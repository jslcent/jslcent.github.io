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C9AAC-3E32-407E-8DC1-38A75EDEB7BF}" v="110" dt="2026-02-04T11:44:54.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8" d="100"/>
          <a:sy n="118" d="100"/>
        </p:scale>
        <p:origin x="2102"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guel angel rosa caparros" userId="6741db27d5d00a46" providerId="LiveId" clId="{041D3830-87B5-4249-BA1D-8310887B196B}"/>
    <pc:docChg chg="undo custSel modSld">
      <pc:chgData name="miguel angel rosa caparros" userId="6741db27d5d00a46" providerId="LiveId" clId="{041D3830-87B5-4249-BA1D-8310887B196B}" dt="2026-02-04T11:53:26.668" v="1206" actId="6549"/>
      <pc:docMkLst>
        <pc:docMk/>
      </pc:docMkLst>
      <pc:sldChg chg="addSp delSp modSp mod setBg addAnim">
        <pc:chgData name="miguel angel rosa caparros" userId="6741db27d5d00a46" providerId="LiveId" clId="{041D3830-87B5-4249-BA1D-8310887B196B}" dt="2026-02-04T11:44:54.277" v="1059" actId="122"/>
        <pc:sldMkLst>
          <pc:docMk/>
          <pc:sldMk cId="0" sldId="256"/>
        </pc:sldMkLst>
        <pc:spChg chg="mod">
          <ac:chgData name="miguel angel rosa caparros" userId="6741db27d5d00a46" providerId="LiveId" clId="{041D3830-87B5-4249-BA1D-8310887B196B}" dt="2026-02-04T11:44:54.277" v="1059" actId="122"/>
          <ac:spMkLst>
            <pc:docMk/>
            <pc:sldMk cId="0" sldId="256"/>
            <ac:spMk id="2" creationId="{00000000-0000-0000-0000-000000000000}"/>
          </ac:spMkLst>
        </pc:spChg>
        <pc:spChg chg="mod">
          <ac:chgData name="miguel angel rosa caparros" userId="6741db27d5d00a46" providerId="LiveId" clId="{041D3830-87B5-4249-BA1D-8310887B196B}" dt="2026-02-04T11:41:06.968" v="948" actId="26606"/>
          <ac:spMkLst>
            <pc:docMk/>
            <pc:sldMk cId="0" sldId="256"/>
            <ac:spMk id="3" creationId="{00000000-0000-0000-0000-000000000000}"/>
          </ac:spMkLst>
        </pc:spChg>
        <pc:spChg chg="add del">
          <ac:chgData name="miguel angel rosa caparros" userId="6741db27d5d00a46" providerId="LiveId" clId="{041D3830-87B5-4249-BA1D-8310887B196B}" dt="2026-02-04T11:41:06.968" v="948" actId="26606"/>
          <ac:spMkLst>
            <pc:docMk/>
            <pc:sldMk cId="0" sldId="256"/>
            <ac:spMk id="8" creationId="{934F1179-B481-4F9E-BCA3-AFB972070F83}"/>
          </ac:spMkLst>
        </pc:spChg>
        <pc:spChg chg="add del">
          <ac:chgData name="miguel angel rosa caparros" userId="6741db27d5d00a46" providerId="LiveId" clId="{041D3830-87B5-4249-BA1D-8310887B196B}" dt="2026-02-04T11:41:06.968" v="948" actId="26606"/>
          <ac:spMkLst>
            <pc:docMk/>
            <pc:sldMk cId="0" sldId="256"/>
            <ac:spMk id="10" creationId="{827DC2C4-B485-428A-BF4A-472D2967F47F}"/>
          </ac:spMkLst>
        </pc:spChg>
        <pc:spChg chg="add del">
          <ac:chgData name="miguel angel rosa caparros" userId="6741db27d5d00a46" providerId="LiveId" clId="{041D3830-87B5-4249-BA1D-8310887B196B}" dt="2026-02-04T11:41:06.968" v="948" actId="26606"/>
          <ac:spMkLst>
            <pc:docMk/>
            <pc:sldMk cId="0" sldId="256"/>
            <ac:spMk id="12" creationId="{EE04B5EB-F158-4507-90DD-BD23620C7CC9}"/>
          </ac:spMkLst>
        </pc:spChg>
        <pc:spChg chg="add">
          <ac:chgData name="miguel angel rosa caparros" userId="6741db27d5d00a46" providerId="LiveId" clId="{041D3830-87B5-4249-BA1D-8310887B196B}" dt="2026-02-04T11:41:06.968" v="948" actId="26606"/>
          <ac:spMkLst>
            <pc:docMk/>
            <pc:sldMk cId="0" sldId="256"/>
            <ac:spMk id="17" creationId="{43C48B49-6135-48B6-AC0F-97E5D8D1F03F}"/>
          </ac:spMkLst>
        </pc:spChg>
        <pc:spChg chg="add">
          <ac:chgData name="miguel angel rosa caparros" userId="6741db27d5d00a46" providerId="LiveId" clId="{041D3830-87B5-4249-BA1D-8310887B196B}" dt="2026-02-04T11:41:06.968" v="948" actId="26606"/>
          <ac:spMkLst>
            <pc:docMk/>
            <pc:sldMk cId="0" sldId="256"/>
            <ac:spMk id="19" creationId="{9715DAF0-AE1B-46C9-8A6B-DB2AA05AB91D}"/>
          </ac:spMkLst>
        </pc:spChg>
        <pc:spChg chg="add">
          <ac:chgData name="miguel angel rosa caparros" userId="6741db27d5d00a46" providerId="LiveId" clId="{041D3830-87B5-4249-BA1D-8310887B196B}" dt="2026-02-04T11:41:06.968" v="948" actId="26606"/>
          <ac:spMkLst>
            <pc:docMk/>
            <pc:sldMk cId="0" sldId="256"/>
            <ac:spMk id="21" creationId="{DC631C0B-6DA6-4E57-8231-CE32B3434A7E}"/>
          </ac:spMkLst>
        </pc:spChg>
        <pc:spChg chg="add">
          <ac:chgData name="miguel angel rosa caparros" userId="6741db27d5d00a46" providerId="LiveId" clId="{041D3830-87B5-4249-BA1D-8310887B196B}" dt="2026-02-04T11:41:06.968" v="948" actId="26606"/>
          <ac:spMkLst>
            <pc:docMk/>
            <pc:sldMk cId="0" sldId="256"/>
            <ac:spMk id="23" creationId="{F256AC18-FB41-4977-8B0C-F5082335AB7D}"/>
          </ac:spMkLst>
        </pc:spChg>
        <pc:spChg chg="add">
          <ac:chgData name="miguel angel rosa caparros" userId="6741db27d5d00a46" providerId="LiveId" clId="{041D3830-87B5-4249-BA1D-8310887B196B}" dt="2026-02-04T11:41:06.968" v="948" actId="26606"/>
          <ac:spMkLst>
            <pc:docMk/>
            <pc:sldMk cId="0" sldId="256"/>
            <ac:spMk id="25" creationId="{AFF4A713-7B75-4B21-90D7-5AB19547C728}"/>
          </ac:spMkLst>
        </pc:spChg>
      </pc:sldChg>
      <pc:sldChg chg="addSp modSp mod setBg">
        <pc:chgData name="miguel angel rosa caparros" userId="6741db27d5d00a46" providerId="LiveId" clId="{041D3830-87B5-4249-BA1D-8310887B196B}" dt="2026-02-04T11:45:06.037" v="1061" actId="14100"/>
        <pc:sldMkLst>
          <pc:docMk/>
          <pc:sldMk cId="0" sldId="257"/>
        </pc:sldMkLst>
        <pc:spChg chg="mod">
          <ac:chgData name="miguel angel rosa caparros" userId="6741db27d5d00a46" providerId="LiveId" clId="{041D3830-87B5-4249-BA1D-8310887B196B}" dt="2026-02-04T11:41:17.542" v="951" actId="26606"/>
          <ac:spMkLst>
            <pc:docMk/>
            <pc:sldMk cId="0" sldId="257"/>
            <ac:spMk id="2" creationId="{00000000-0000-0000-0000-000000000000}"/>
          </ac:spMkLst>
        </pc:spChg>
        <pc:spChg chg="mod">
          <ac:chgData name="miguel angel rosa caparros" userId="6741db27d5d00a46" providerId="LiveId" clId="{041D3830-87B5-4249-BA1D-8310887B196B}" dt="2026-02-04T11:45:06.037" v="1061" actId="14100"/>
          <ac:spMkLst>
            <pc:docMk/>
            <pc:sldMk cId="0" sldId="257"/>
            <ac:spMk id="3" creationId="{00000000-0000-0000-0000-000000000000}"/>
          </ac:spMkLst>
        </pc:spChg>
        <pc:spChg chg="add">
          <ac:chgData name="miguel angel rosa caparros" userId="6741db27d5d00a46" providerId="LiveId" clId="{041D3830-87B5-4249-BA1D-8310887B196B}" dt="2026-02-04T11:41:17.542" v="951" actId="26606"/>
          <ac:spMkLst>
            <pc:docMk/>
            <pc:sldMk cId="0" sldId="257"/>
            <ac:spMk id="8" creationId="{1B15ED52-F352-441B-82BF-E0EA34836D08}"/>
          </ac:spMkLst>
        </pc:spChg>
        <pc:spChg chg="add">
          <ac:chgData name="miguel angel rosa caparros" userId="6741db27d5d00a46" providerId="LiveId" clId="{041D3830-87B5-4249-BA1D-8310887B196B}" dt="2026-02-04T11:41:17.542" v="951" actId="26606"/>
          <ac:spMkLst>
            <pc:docMk/>
            <pc:sldMk cId="0" sldId="257"/>
            <ac:spMk id="10" creationId="{3B2E3793-BFE6-45A2-9B7B-E18844431C99}"/>
          </ac:spMkLst>
        </pc:spChg>
        <pc:spChg chg="add">
          <ac:chgData name="miguel angel rosa caparros" userId="6741db27d5d00a46" providerId="LiveId" clId="{041D3830-87B5-4249-BA1D-8310887B196B}" dt="2026-02-04T11:41:17.542" v="951" actId="26606"/>
          <ac:spMkLst>
            <pc:docMk/>
            <pc:sldMk cId="0" sldId="257"/>
            <ac:spMk id="12" creationId="{BC4C4868-CB8F-4AF9-9CDB-8108F2C19B67}"/>
          </ac:spMkLst>
        </pc:spChg>
        <pc:spChg chg="add">
          <ac:chgData name="miguel angel rosa caparros" userId="6741db27d5d00a46" providerId="LiveId" clId="{041D3830-87B5-4249-BA1D-8310887B196B}" dt="2026-02-04T11:41:17.542" v="951" actId="26606"/>
          <ac:spMkLst>
            <pc:docMk/>
            <pc:sldMk cId="0" sldId="257"/>
            <ac:spMk id="14" creationId="{375E0459-6403-40CD-989D-56A4407CA12E}"/>
          </ac:spMkLst>
        </pc:spChg>
        <pc:spChg chg="add">
          <ac:chgData name="miguel angel rosa caparros" userId="6741db27d5d00a46" providerId="LiveId" clId="{041D3830-87B5-4249-BA1D-8310887B196B}" dt="2026-02-04T11:41:17.542" v="951" actId="26606"/>
          <ac:spMkLst>
            <pc:docMk/>
            <pc:sldMk cId="0" sldId="257"/>
            <ac:spMk id="16" creationId="{53E5B1A8-3AC9-4BD1-9BBC-78CA94F2D1BA}"/>
          </ac:spMkLst>
        </pc:spChg>
      </pc:sldChg>
      <pc:sldChg chg="addSp modSp mod setBg">
        <pc:chgData name="miguel angel rosa caparros" userId="6741db27d5d00a46" providerId="LiveId" clId="{041D3830-87B5-4249-BA1D-8310887B196B}" dt="2026-02-04T11:45:20.864" v="1063" actId="14100"/>
        <pc:sldMkLst>
          <pc:docMk/>
          <pc:sldMk cId="0" sldId="258"/>
        </pc:sldMkLst>
        <pc:spChg chg="mod">
          <ac:chgData name="miguel angel rosa caparros" userId="6741db27d5d00a46" providerId="LiveId" clId="{041D3830-87B5-4249-BA1D-8310887B196B}" dt="2026-02-04T11:41:23.032" v="952" actId="26606"/>
          <ac:spMkLst>
            <pc:docMk/>
            <pc:sldMk cId="0" sldId="258"/>
            <ac:spMk id="2" creationId="{00000000-0000-0000-0000-000000000000}"/>
          </ac:spMkLst>
        </pc:spChg>
        <pc:spChg chg="mod">
          <ac:chgData name="miguel angel rosa caparros" userId="6741db27d5d00a46" providerId="LiveId" clId="{041D3830-87B5-4249-BA1D-8310887B196B}" dt="2026-02-04T11:45:20.864" v="1063" actId="14100"/>
          <ac:spMkLst>
            <pc:docMk/>
            <pc:sldMk cId="0" sldId="258"/>
            <ac:spMk id="3" creationId="{00000000-0000-0000-0000-000000000000}"/>
          </ac:spMkLst>
        </pc:spChg>
        <pc:spChg chg="add">
          <ac:chgData name="miguel angel rosa caparros" userId="6741db27d5d00a46" providerId="LiveId" clId="{041D3830-87B5-4249-BA1D-8310887B196B}" dt="2026-02-04T11:41:23.032" v="952" actId="26606"/>
          <ac:spMkLst>
            <pc:docMk/>
            <pc:sldMk cId="0" sldId="258"/>
            <ac:spMk id="8" creationId="{1B15ED52-F352-441B-82BF-E0EA34836D08}"/>
          </ac:spMkLst>
        </pc:spChg>
        <pc:spChg chg="add">
          <ac:chgData name="miguel angel rosa caparros" userId="6741db27d5d00a46" providerId="LiveId" clId="{041D3830-87B5-4249-BA1D-8310887B196B}" dt="2026-02-04T11:41:23.032" v="952" actId="26606"/>
          <ac:spMkLst>
            <pc:docMk/>
            <pc:sldMk cId="0" sldId="258"/>
            <ac:spMk id="10" creationId="{3B2E3793-BFE6-45A2-9B7B-E18844431C99}"/>
          </ac:spMkLst>
        </pc:spChg>
        <pc:spChg chg="add">
          <ac:chgData name="miguel angel rosa caparros" userId="6741db27d5d00a46" providerId="LiveId" clId="{041D3830-87B5-4249-BA1D-8310887B196B}" dt="2026-02-04T11:41:23.032" v="952" actId="26606"/>
          <ac:spMkLst>
            <pc:docMk/>
            <pc:sldMk cId="0" sldId="258"/>
            <ac:spMk id="12" creationId="{BC4C4868-CB8F-4AF9-9CDB-8108F2C19B67}"/>
          </ac:spMkLst>
        </pc:spChg>
        <pc:spChg chg="add">
          <ac:chgData name="miguel angel rosa caparros" userId="6741db27d5d00a46" providerId="LiveId" clId="{041D3830-87B5-4249-BA1D-8310887B196B}" dt="2026-02-04T11:41:23.032" v="952" actId="26606"/>
          <ac:spMkLst>
            <pc:docMk/>
            <pc:sldMk cId="0" sldId="258"/>
            <ac:spMk id="14" creationId="{375E0459-6403-40CD-989D-56A4407CA12E}"/>
          </ac:spMkLst>
        </pc:spChg>
        <pc:spChg chg="add">
          <ac:chgData name="miguel angel rosa caparros" userId="6741db27d5d00a46" providerId="LiveId" clId="{041D3830-87B5-4249-BA1D-8310887B196B}" dt="2026-02-04T11:41:23.032" v="952" actId="26606"/>
          <ac:spMkLst>
            <pc:docMk/>
            <pc:sldMk cId="0" sldId="258"/>
            <ac:spMk id="16" creationId="{53E5B1A8-3AC9-4BD1-9BBC-78CA94F2D1BA}"/>
          </ac:spMkLst>
        </pc:spChg>
      </pc:sldChg>
      <pc:sldChg chg="addSp modSp mod setBg">
        <pc:chgData name="miguel angel rosa caparros" userId="6741db27d5d00a46" providerId="LiveId" clId="{041D3830-87B5-4249-BA1D-8310887B196B}" dt="2026-02-04T11:46:11.757" v="1067" actId="14100"/>
        <pc:sldMkLst>
          <pc:docMk/>
          <pc:sldMk cId="0" sldId="259"/>
        </pc:sldMkLst>
        <pc:spChg chg="mod">
          <ac:chgData name="miguel angel rosa caparros" userId="6741db27d5d00a46" providerId="LiveId" clId="{041D3830-87B5-4249-BA1D-8310887B196B}" dt="2026-02-04T11:41:29.068" v="953" actId="26606"/>
          <ac:spMkLst>
            <pc:docMk/>
            <pc:sldMk cId="0" sldId="259"/>
            <ac:spMk id="2" creationId="{00000000-0000-0000-0000-000000000000}"/>
          </ac:spMkLst>
        </pc:spChg>
        <pc:spChg chg="mod">
          <ac:chgData name="miguel angel rosa caparros" userId="6741db27d5d00a46" providerId="LiveId" clId="{041D3830-87B5-4249-BA1D-8310887B196B}" dt="2026-02-04T11:46:11.757" v="1067" actId="14100"/>
          <ac:spMkLst>
            <pc:docMk/>
            <pc:sldMk cId="0" sldId="259"/>
            <ac:spMk id="3" creationId="{00000000-0000-0000-0000-000000000000}"/>
          </ac:spMkLst>
        </pc:spChg>
        <pc:spChg chg="add">
          <ac:chgData name="miguel angel rosa caparros" userId="6741db27d5d00a46" providerId="LiveId" clId="{041D3830-87B5-4249-BA1D-8310887B196B}" dt="2026-02-04T11:41:29.068" v="953" actId="26606"/>
          <ac:spMkLst>
            <pc:docMk/>
            <pc:sldMk cId="0" sldId="259"/>
            <ac:spMk id="8" creationId="{1B15ED52-F352-441B-82BF-E0EA34836D08}"/>
          </ac:spMkLst>
        </pc:spChg>
        <pc:spChg chg="add">
          <ac:chgData name="miguel angel rosa caparros" userId="6741db27d5d00a46" providerId="LiveId" clId="{041D3830-87B5-4249-BA1D-8310887B196B}" dt="2026-02-04T11:41:29.068" v="953" actId="26606"/>
          <ac:spMkLst>
            <pc:docMk/>
            <pc:sldMk cId="0" sldId="259"/>
            <ac:spMk id="10" creationId="{3B2E3793-BFE6-45A2-9B7B-E18844431C99}"/>
          </ac:spMkLst>
        </pc:spChg>
        <pc:spChg chg="add">
          <ac:chgData name="miguel angel rosa caparros" userId="6741db27d5d00a46" providerId="LiveId" clId="{041D3830-87B5-4249-BA1D-8310887B196B}" dt="2026-02-04T11:41:29.068" v="953" actId="26606"/>
          <ac:spMkLst>
            <pc:docMk/>
            <pc:sldMk cId="0" sldId="259"/>
            <ac:spMk id="12" creationId="{BC4C4868-CB8F-4AF9-9CDB-8108F2C19B67}"/>
          </ac:spMkLst>
        </pc:spChg>
        <pc:spChg chg="add">
          <ac:chgData name="miguel angel rosa caparros" userId="6741db27d5d00a46" providerId="LiveId" clId="{041D3830-87B5-4249-BA1D-8310887B196B}" dt="2026-02-04T11:41:29.068" v="953" actId="26606"/>
          <ac:spMkLst>
            <pc:docMk/>
            <pc:sldMk cId="0" sldId="259"/>
            <ac:spMk id="14" creationId="{375E0459-6403-40CD-989D-56A4407CA12E}"/>
          </ac:spMkLst>
        </pc:spChg>
        <pc:spChg chg="add">
          <ac:chgData name="miguel angel rosa caparros" userId="6741db27d5d00a46" providerId="LiveId" clId="{041D3830-87B5-4249-BA1D-8310887B196B}" dt="2026-02-04T11:41:29.068" v="953" actId="26606"/>
          <ac:spMkLst>
            <pc:docMk/>
            <pc:sldMk cId="0" sldId="259"/>
            <ac:spMk id="16" creationId="{53E5B1A8-3AC9-4BD1-9BBC-78CA94F2D1BA}"/>
          </ac:spMkLst>
        </pc:spChg>
      </pc:sldChg>
      <pc:sldChg chg="addSp modSp mod setBg">
        <pc:chgData name="miguel angel rosa caparros" userId="6741db27d5d00a46" providerId="LiveId" clId="{041D3830-87B5-4249-BA1D-8310887B196B}" dt="2026-02-04T11:46:24.167" v="1069" actId="14100"/>
        <pc:sldMkLst>
          <pc:docMk/>
          <pc:sldMk cId="0" sldId="260"/>
        </pc:sldMkLst>
        <pc:spChg chg="mod">
          <ac:chgData name="miguel angel rosa caparros" userId="6741db27d5d00a46" providerId="LiveId" clId="{041D3830-87B5-4249-BA1D-8310887B196B}" dt="2026-02-04T11:41:32.928" v="954" actId="26606"/>
          <ac:spMkLst>
            <pc:docMk/>
            <pc:sldMk cId="0" sldId="260"/>
            <ac:spMk id="2" creationId="{00000000-0000-0000-0000-000000000000}"/>
          </ac:spMkLst>
        </pc:spChg>
        <pc:spChg chg="mod">
          <ac:chgData name="miguel angel rosa caparros" userId="6741db27d5d00a46" providerId="LiveId" clId="{041D3830-87B5-4249-BA1D-8310887B196B}" dt="2026-02-04T11:46:24.167" v="1069" actId="14100"/>
          <ac:spMkLst>
            <pc:docMk/>
            <pc:sldMk cId="0" sldId="260"/>
            <ac:spMk id="3" creationId="{00000000-0000-0000-0000-000000000000}"/>
          </ac:spMkLst>
        </pc:spChg>
        <pc:spChg chg="add">
          <ac:chgData name="miguel angel rosa caparros" userId="6741db27d5d00a46" providerId="LiveId" clId="{041D3830-87B5-4249-BA1D-8310887B196B}" dt="2026-02-04T11:41:32.928" v="954" actId="26606"/>
          <ac:spMkLst>
            <pc:docMk/>
            <pc:sldMk cId="0" sldId="260"/>
            <ac:spMk id="8" creationId="{1B15ED52-F352-441B-82BF-E0EA34836D08}"/>
          </ac:spMkLst>
        </pc:spChg>
        <pc:spChg chg="add">
          <ac:chgData name="miguel angel rosa caparros" userId="6741db27d5d00a46" providerId="LiveId" clId="{041D3830-87B5-4249-BA1D-8310887B196B}" dt="2026-02-04T11:41:32.928" v="954" actId="26606"/>
          <ac:spMkLst>
            <pc:docMk/>
            <pc:sldMk cId="0" sldId="260"/>
            <ac:spMk id="10" creationId="{3B2E3793-BFE6-45A2-9B7B-E18844431C99}"/>
          </ac:spMkLst>
        </pc:spChg>
        <pc:spChg chg="add">
          <ac:chgData name="miguel angel rosa caparros" userId="6741db27d5d00a46" providerId="LiveId" clId="{041D3830-87B5-4249-BA1D-8310887B196B}" dt="2026-02-04T11:41:32.928" v="954" actId="26606"/>
          <ac:spMkLst>
            <pc:docMk/>
            <pc:sldMk cId="0" sldId="260"/>
            <ac:spMk id="12" creationId="{BC4C4868-CB8F-4AF9-9CDB-8108F2C19B67}"/>
          </ac:spMkLst>
        </pc:spChg>
        <pc:spChg chg="add">
          <ac:chgData name="miguel angel rosa caparros" userId="6741db27d5d00a46" providerId="LiveId" clId="{041D3830-87B5-4249-BA1D-8310887B196B}" dt="2026-02-04T11:41:32.928" v="954" actId="26606"/>
          <ac:spMkLst>
            <pc:docMk/>
            <pc:sldMk cId="0" sldId="260"/>
            <ac:spMk id="14" creationId="{375E0459-6403-40CD-989D-56A4407CA12E}"/>
          </ac:spMkLst>
        </pc:spChg>
        <pc:spChg chg="add">
          <ac:chgData name="miguel angel rosa caparros" userId="6741db27d5d00a46" providerId="LiveId" clId="{041D3830-87B5-4249-BA1D-8310887B196B}" dt="2026-02-04T11:41:32.928" v="954" actId="26606"/>
          <ac:spMkLst>
            <pc:docMk/>
            <pc:sldMk cId="0" sldId="260"/>
            <ac:spMk id="16" creationId="{53E5B1A8-3AC9-4BD1-9BBC-78CA94F2D1BA}"/>
          </ac:spMkLst>
        </pc:spChg>
      </pc:sldChg>
      <pc:sldChg chg="addSp modSp mod setBg">
        <pc:chgData name="miguel angel rosa caparros" userId="6741db27d5d00a46" providerId="LiveId" clId="{041D3830-87B5-4249-BA1D-8310887B196B}" dt="2026-02-04T11:46:41.084" v="1076" actId="27636"/>
        <pc:sldMkLst>
          <pc:docMk/>
          <pc:sldMk cId="0" sldId="261"/>
        </pc:sldMkLst>
        <pc:spChg chg="mod">
          <ac:chgData name="miguel angel rosa caparros" userId="6741db27d5d00a46" providerId="LiveId" clId="{041D3830-87B5-4249-BA1D-8310887B196B}" dt="2026-02-04T11:41:37.908" v="955" actId="26606"/>
          <ac:spMkLst>
            <pc:docMk/>
            <pc:sldMk cId="0" sldId="261"/>
            <ac:spMk id="2" creationId="{00000000-0000-0000-0000-000000000000}"/>
          </ac:spMkLst>
        </pc:spChg>
        <pc:spChg chg="mod">
          <ac:chgData name="miguel angel rosa caparros" userId="6741db27d5d00a46" providerId="LiveId" clId="{041D3830-87B5-4249-BA1D-8310887B196B}" dt="2026-02-04T11:46:41.084" v="1076" actId="27636"/>
          <ac:spMkLst>
            <pc:docMk/>
            <pc:sldMk cId="0" sldId="261"/>
            <ac:spMk id="3" creationId="{00000000-0000-0000-0000-000000000000}"/>
          </ac:spMkLst>
        </pc:spChg>
        <pc:spChg chg="add">
          <ac:chgData name="miguel angel rosa caparros" userId="6741db27d5d00a46" providerId="LiveId" clId="{041D3830-87B5-4249-BA1D-8310887B196B}" dt="2026-02-04T11:41:37.908" v="955" actId="26606"/>
          <ac:spMkLst>
            <pc:docMk/>
            <pc:sldMk cId="0" sldId="261"/>
            <ac:spMk id="8" creationId="{1B15ED52-F352-441B-82BF-E0EA34836D08}"/>
          </ac:spMkLst>
        </pc:spChg>
        <pc:spChg chg="add">
          <ac:chgData name="miguel angel rosa caparros" userId="6741db27d5d00a46" providerId="LiveId" clId="{041D3830-87B5-4249-BA1D-8310887B196B}" dt="2026-02-04T11:41:37.908" v="955" actId="26606"/>
          <ac:spMkLst>
            <pc:docMk/>
            <pc:sldMk cId="0" sldId="261"/>
            <ac:spMk id="10" creationId="{3B2E3793-BFE6-45A2-9B7B-E18844431C99}"/>
          </ac:spMkLst>
        </pc:spChg>
        <pc:spChg chg="add">
          <ac:chgData name="miguel angel rosa caparros" userId="6741db27d5d00a46" providerId="LiveId" clId="{041D3830-87B5-4249-BA1D-8310887B196B}" dt="2026-02-04T11:41:37.908" v="955" actId="26606"/>
          <ac:spMkLst>
            <pc:docMk/>
            <pc:sldMk cId="0" sldId="261"/>
            <ac:spMk id="12" creationId="{BC4C4868-CB8F-4AF9-9CDB-8108F2C19B67}"/>
          </ac:spMkLst>
        </pc:spChg>
        <pc:spChg chg="add">
          <ac:chgData name="miguel angel rosa caparros" userId="6741db27d5d00a46" providerId="LiveId" clId="{041D3830-87B5-4249-BA1D-8310887B196B}" dt="2026-02-04T11:41:37.908" v="955" actId="26606"/>
          <ac:spMkLst>
            <pc:docMk/>
            <pc:sldMk cId="0" sldId="261"/>
            <ac:spMk id="14" creationId="{375E0459-6403-40CD-989D-56A4407CA12E}"/>
          </ac:spMkLst>
        </pc:spChg>
        <pc:spChg chg="add">
          <ac:chgData name="miguel angel rosa caparros" userId="6741db27d5d00a46" providerId="LiveId" clId="{041D3830-87B5-4249-BA1D-8310887B196B}" dt="2026-02-04T11:41:37.908" v="955" actId="26606"/>
          <ac:spMkLst>
            <pc:docMk/>
            <pc:sldMk cId="0" sldId="261"/>
            <ac:spMk id="16" creationId="{53E5B1A8-3AC9-4BD1-9BBC-78CA94F2D1BA}"/>
          </ac:spMkLst>
        </pc:spChg>
      </pc:sldChg>
      <pc:sldChg chg="addSp modSp mod setBg">
        <pc:chgData name="miguel angel rosa caparros" userId="6741db27d5d00a46" providerId="LiveId" clId="{041D3830-87B5-4249-BA1D-8310887B196B}" dt="2026-02-04T11:53:26.668" v="1206" actId="6549"/>
        <pc:sldMkLst>
          <pc:docMk/>
          <pc:sldMk cId="0" sldId="262"/>
        </pc:sldMkLst>
        <pc:spChg chg="mod">
          <ac:chgData name="miguel angel rosa caparros" userId="6741db27d5d00a46" providerId="LiveId" clId="{041D3830-87B5-4249-BA1D-8310887B196B}" dt="2026-02-04T11:53:26.668" v="1206" actId="6549"/>
          <ac:spMkLst>
            <pc:docMk/>
            <pc:sldMk cId="0" sldId="262"/>
            <ac:spMk id="2" creationId="{00000000-0000-0000-0000-000000000000}"/>
          </ac:spMkLst>
        </pc:spChg>
        <pc:spChg chg="mod">
          <ac:chgData name="miguel angel rosa caparros" userId="6741db27d5d00a46" providerId="LiveId" clId="{041D3830-87B5-4249-BA1D-8310887B196B}" dt="2026-02-04T11:47:00.506" v="1086" actId="313"/>
          <ac:spMkLst>
            <pc:docMk/>
            <pc:sldMk cId="0" sldId="262"/>
            <ac:spMk id="3" creationId="{00000000-0000-0000-0000-000000000000}"/>
          </ac:spMkLst>
        </pc:spChg>
        <pc:spChg chg="add">
          <ac:chgData name="miguel angel rosa caparros" userId="6741db27d5d00a46" providerId="LiveId" clId="{041D3830-87B5-4249-BA1D-8310887B196B}" dt="2026-02-04T11:41:40.999" v="956" actId="26606"/>
          <ac:spMkLst>
            <pc:docMk/>
            <pc:sldMk cId="0" sldId="262"/>
            <ac:spMk id="8" creationId="{1B15ED52-F352-441B-82BF-E0EA34836D08}"/>
          </ac:spMkLst>
        </pc:spChg>
        <pc:spChg chg="add">
          <ac:chgData name="miguel angel rosa caparros" userId="6741db27d5d00a46" providerId="LiveId" clId="{041D3830-87B5-4249-BA1D-8310887B196B}" dt="2026-02-04T11:41:40.999" v="956" actId="26606"/>
          <ac:spMkLst>
            <pc:docMk/>
            <pc:sldMk cId="0" sldId="262"/>
            <ac:spMk id="10" creationId="{3B2E3793-BFE6-45A2-9B7B-E18844431C99}"/>
          </ac:spMkLst>
        </pc:spChg>
        <pc:spChg chg="add">
          <ac:chgData name="miguel angel rosa caparros" userId="6741db27d5d00a46" providerId="LiveId" clId="{041D3830-87B5-4249-BA1D-8310887B196B}" dt="2026-02-04T11:41:40.999" v="956" actId="26606"/>
          <ac:spMkLst>
            <pc:docMk/>
            <pc:sldMk cId="0" sldId="262"/>
            <ac:spMk id="12" creationId="{BC4C4868-CB8F-4AF9-9CDB-8108F2C19B67}"/>
          </ac:spMkLst>
        </pc:spChg>
        <pc:spChg chg="add">
          <ac:chgData name="miguel angel rosa caparros" userId="6741db27d5d00a46" providerId="LiveId" clId="{041D3830-87B5-4249-BA1D-8310887B196B}" dt="2026-02-04T11:41:40.999" v="956" actId="26606"/>
          <ac:spMkLst>
            <pc:docMk/>
            <pc:sldMk cId="0" sldId="262"/>
            <ac:spMk id="14" creationId="{375E0459-6403-40CD-989D-56A4407CA12E}"/>
          </ac:spMkLst>
        </pc:spChg>
        <pc:spChg chg="add">
          <ac:chgData name="miguel angel rosa caparros" userId="6741db27d5d00a46" providerId="LiveId" clId="{041D3830-87B5-4249-BA1D-8310887B196B}" dt="2026-02-04T11:41:40.999" v="956" actId="26606"/>
          <ac:spMkLst>
            <pc:docMk/>
            <pc:sldMk cId="0" sldId="262"/>
            <ac:spMk id="16" creationId="{53E5B1A8-3AC9-4BD1-9BBC-78CA94F2D1BA}"/>
          </ac:spMkLst>
        </pc:spChg>
      </pc:sldChg>
      <pc:sldChg chg="addSp modSp mod setBg">
        <pc:chgData name="miguel angel rosa caparros" userId="6741db27d5d00a46" providerId="LiveId" clId="{041D3830-87B5-4249-BA1D-8310887B196B}" dt="2026-02-04T11:47:27.254" v="1090" actId="403"/>
        <pc:sldMkLst>
          <pc:docMk/>
          <pc:sldMk cId="0" sldId="263"/>
        </pc:sldMkLst>
        <pc:spChg chg="mod">
          <ac:chgData name="miguel angel rosa caparros" userId="6741db27d5d00a46" providerId="LiveId" clId="{041D3830-87B5-4249-BA1D-8310887B196B}" dt="2026-02-04T11:41:44.169" v="957" actId="26606"/>
          <ac:spMkLst>
            <pc:docMk/>
            <pc:sldMk cId="0" sldId="263"/>
            <ac:spMk id="2" creationId="{00000000-0000-0000-0000-000000000000}"/>
          </ac:spMkLst>
        </pc:spChg>
        <pc:spChg chg="mod">
          <ac:chgData name="miguel angel rosa caparros" userId="6741db27d5d00a46" providerId="LiveId" clId="{041D3830-87B5-4249-BA1D-8310887B196B}" dt="2026-02-04T11:47:27.254" v="1090" actId="403"/>
          <ac:spMkLst>
            <pc:docMk/>
            <pc:sldMk cId="0" sldId="263"/>
            <ac:spMk id="3" creationId="{00000000-0000-0000-0000-000000000000}"/>
          </ac:spMkLst>
        </pc:spChg>
        <pc:spChg chg="add">
          <ac:chgData name="miguel angel rosa caparros" userId="6741db27d5d00a46" providerId="LiveId" clId="{041D3830-87B5-4249-BA1D-8310887B196B}" dt="2026-02-04T11:41:44.169" v="957" actId="26606"/>
          <ac:spMkLst>
            <pc:docMk/>
            <pc:sldMk cId="0" sldId="263"/>
            <ac:spMk id="8" creationId="{1B15ED52-F352-441B-82BF-E0EA34836D08}"/>
          </ac:spMkLst>
        </pc:spChg>
        <pc:spChg chg="add">
          <ac:chgData name="miguel angel rosa caparros" userId="6741db27d5d00a46" providerId="LiveId" clId="{041D3830-87B5-4249-BA1D-8310887B196B}" dt="2026-02-04T11:41:44.169" v="957" actId="26606"/>
          <ac:spMkLst>
            <pc:docMk/>
            <pc:sldMk cId="0" sldId="263"/>
            <ac:spMk id="10" creationId="{3B2E3793-BFE6-45A2-9B7B-E18844431C99}"/>
          </ac:spMkLst>
        </pc:spChg>
        <pc:spChg chg="add">
          <ac:chgData name="miguel angel rosa caparros" userId="6741db27d5d00a46" providerId="LiveId" clId="{041D3830-87B5-4249-BA1D-8310887B196B}" dt="2026-02-04T11:41:44.169" v="957" actId="26606"/>
          <ac:spMkLst>
            <pc:docMk/>
            <pc:sldMk cId="0" sldId="263"/>
            <ac:spMk id="12" creationId="{BC4C4868-CB8F-4AF9-9CDB-8108F2C19B67}"/>
          </ac:spMkLst>
        </pc:spChg>
        <pc:spChg chg="add">
          <ac:chgData name="miguel angel rosa caparros" userId="6741db27d5d00a46" providerId="LiveId" clId="{041D3830-87B5-4249-BA1D-8310887B196B}" dt="2026-02-04T11:41:44.169" v="957" actId="26606"/>
          <ac:spMkLst>
            <pc:docMk/>
            <pc:sldMk cId="0" sldId="263"/>
            <ac:spMk id="14" creationId="{375E0459-6403-40CD-989D-56A4407CA12E}"/>
          </ac:spMkLst>
        </pc:spChg>
        <pc:spChg chg="add">
          <ac:chgData name="miguel angel rosa caparros" userId="6741db27d5d00a46" providerId="LiveId" clId="{041D3830-87B5-4249-BA1D-8310887B196B}" dt="2026-02-04T11:41:44.169" v="957" actId="26606"/>
          <ac:spMkLst>
            <pc:docMk/>
            <pc:sldMk cId="0" sldId="263"/>
            <ac:spMk id="16" creationId="{53E5B1A8-3AC9-4BD1-9BBC-78CA94F2D1BA}"/>
          </ac:spMkLst>
        </pc:spChg>
      </pc:sldChg>
      <pc:sldChg chg="addSp modSp mod setBg">
        <pc:chgData name="miguel angel rosa caparros" userId="6741db27d5d00a46" providerId="LiveId" clId="{041D3830-87B5-4249-BA1D-8310887B196B}" dt="2026-02-04T11:47:38.154" v="1092" actId="14100"/>
        <pc:sldMkLst>
          <pc:docMk/>
          <pc:sldMk cId="0" sldId="264"/>
        </pc:sldMkLst>
        <pc:spChg chg="mod">
          <ac:chgData name="miguel angel rosa caparros" userId="6741db27d5d00a46" providerId="LiveId" clId="{041D3830-87B5-4249-BA1D-8310887B196B}" dt="2026-02-04T11:41:46.698" v="958" actId="26606"/>
          <ac:spMkLst>
            <pc:docMk/>
            <pc:sldMk cId="0" sldId="264"/>
            <ac:spMk id="2" creationId="{00000000-0000-0000-0000-000000000000}"/>
          </ac:spMkLst>
        </pc:spChg>
        <pc:spChg chg="mod">
          <ac:chgData name="miguel angel rosa caparros" userId="6741db27d5d00a46" providerId="LiveId" clId="{041D3830-87B5-4249-BA1D-8310887B196B}" dt="2026-02-04T11:47:38.154" v="1092" actId="14100"/>
          <ac:spMkLst>
            <pc:docMk/>
            <pc:sldMk cId="0" sldId="264"/>
            <ac:spMk id="3" creationId="{00000000-0000-0000-0000-000000000000}"/>
          </ac:spMkLst>
        </pc:spChg>
        <pc:spChg chg="add">
          <ac:chgData name="miguel angel rosa caparros" userId="6741db27d5d00a46" providerId="LiveId" clId="{041D3830-87B5-4249-BA1D-8310887B196B}" dt="2026-02-04T11:41:46.698" v="958" actId="26606"/>
          <ac:spMkLst>
            <pc:docMk/>
            <pc:sldMk cId="0" sldId="264"/>
            <ac:spMk id="8" creationId="{1B15ED52-F352-441B-82BF-E0EA34836D08}"/>
          </ac:spMkLst>
        </pc:spChg>
        <pc:spChg chg="add">
          <ac:chgData name="miguel angel rosa caparros" userId="6741db27d5d00a46" providerId="LiveId" clId="{041D3830-87B5-4249-BA1D-8310887B196B}" dt="2026-02-04T11:41:46.698" v="958" actId="26606"/>
          <ac:spMkLst>
            <pc:docMk/>
            <pc:sldMk cId="0" sldId="264"/>
            <ac:spMk id="10" creationId="{3B2E3793-BFE6-45A2-9B7B-E18844431C99}"/>
          </ac:spMkLst>
        </pc:spChg>
        <pc:spChg chg="add">
          <ac:chgData name="miguel angel rosa caparros" userId="6741db27d5d00a46" providerId="LiveId" clId="{041D3830-87B5-4249-BA1D-8310887B196B}" dt="2026-02-04T11:41:46.698" v="958" actId="26606"/>
          <ac:spMkLst>
            <pc:docMk/>
            <pc:sldMk cId="0" sldId="264"/>
            <ac:spMk id="12" creationId="{BC4C4868-CB8F-4AF9-9CDB-8108F2C19B67}"/>
          </ac:spMkLst>
        </pc:spChg>
        <pc:spChg chg="add">
          <ac:chgData name="miguel angel rosa caparros" userId="6741db27d5d00a46" providerId="LiveId" clId="{041D3830-87B5-4249-BA1D-8310887B196B}" dt="2026-02-04T11:41:46.698" v="958" actId="26606"/>
          <ac:spMkLst>
            <pc:docMk/>
            <pc:sldMk cId="0" sldId="264"/>
            <ac:spMk id="14" creationId="{375E0459-6403-40CD-989D-56A4407CA12E}"/>
          </ac:spMkLst>
        </pc:spChg>
        <pc:spChg chg="add">
          <ac:chgData name="miguel angel rosa caparros" userId="6741db27d5d00a46" providerId="LiveId" clId="{041D3830-87B5-4249-BA1D-8310887B196B}" dt="2026-02-04T11:41:46.698" v="958" actId="26606"/>
          <ac:spMkLst>
            <pc:docMk/>
            <pc:sldMk cId="0" sldId="264"/>
            <ac:spMk id="16" creationId="{53E5B1A8-3AC9-4BD1-9BBC-78CA94F2D1BA}"/>
          </ac:spMkLst>
        </pc:spChg>
      </pc:sldChg>
      <pc:sldChg chg="addSp modSp mod setBg">
        <pc:chgData name="miguel angel rosa caparros" userId="6741db27d5d00a46" providerId="LiveId" clId="{041D3830-87B5-4249-BA1D-8310887B196B}" dt="2026-02-04T11:47:56.131" v="1098" actId="403"/>
        <pc:sldMkLst>
          <pc:docMk/>
          <pc:sldMk cId="0" sldId="265"/>
        </pc:sldMkLst>
        <pc:spChg chg="mod">
          <ac:chgData name="miguel angel rosa caparros" userId="6741db27d5d00a46" providerId="LiveId" clId="{041D3830-87B5-4249-BA1D-8310887B196B}" dt="2026-02-04T11:41:50.621" v="959" actId="26606"/>
          <ac:spMkLst>
            <pc:docMk/>
            <pc:sldMk cId="0" sldId="265"/>
            <ac:spMk id="2" creationId="{00000000-0000-0000-0000-000000000000}"/>
          </ac:spMkLst>
        </pc:spChg>
        <pc:spChg chg="mod">
          <ac:chgData name="miguel angel rosa caparros" userId="6741db27d5d00a46" providerId="LiveId" clId="{041D3830-87B5-4249-BA1D-8310887B196B}" dt="2026-02-04T11:47:56.131" v="1098" actId="403"/>
          <ac:spMkLst>
            <pc:docMk/>
            <pc:sldMk cId="0" sldId="265"/>
            <ac:spMk id="3" creationId="{00000000-0000-0000-0000-000000000000}"/>
          </ac:spMkLst>
        </pc:spChg>
        <pc:spChg chg="add">
          <ac:chgData name="miguel angel rosa caparros" userId="6741db27d5d00a46" providerId="LiveId" clId="{041D3830-87B5-4249-BA1D-8310887B196B}" dt="2026-02-04T11:41:50.621" v="959" actId="26606"/>
          <ac:spMkLst>
            <pc:docMk/>
            <pc:sldMk cId="0" sldId="265"/>
            <ac:spMk id="8" creationId="{1B15ED52-F352-441B-82BF-E0EA34836D08}"/>
          </ac:spMkLst>
        </pc:spChg>
        <pc:spChg chg="add">
          <ac:chgData name="miguel angel rosa caparros" userId="6741db27d5d00a46" providerId="LiveId" clId="{041D3830-87B5-4249-BA1D-8310887B196B}" dt="2026-02-04T11:41:50.621" v="959" actId="26606"/>
          <ac:spMkLst>
            <pc:docMk/>
            <pc:sldMk cId="0" sldId="265"/>
            <ac:spMk id="10" creationId="{3B2E3793-BFE6-45A2-9B7B-E18844431C99}"/>
          </ac:spMkLst>
        </pc:spChg>
        <pc:spChg chg="add">
          <ac:chgData name="miguel angel rosa caparros" userId="6741db27d5d00a46" providerId="LiveId" clId="{041D3830-87B5-4249-BA1D-8310887B196B}" dt="2026-02-04T11:41:50.621" v="959" actId="26606"/>
          <ac:spMkLst>
            <pc:docMk/>
            <pc:sldMk cId="0" sldId="265"/>
            <ac:spMk id="12" creationId="{BC4C4868-CB8F-4AF9-9CDB-8108F2C19B67}"/>
          </ac:spMkLst>
        </pc:spChg>
        <pc:spChg chg="add">
          <ac:chgData name="miguel angel rosa caparros" userId="6741db27d5d00a46" providerId="LiveId" clId="{041D3830-87B5-4249-BA1D-8310887B196B}" dt="2026-02-04T11:41:50.621" v="959" actId="26606"/>
          <ac:spMkLst>
            <pc:docMk/>
            <pc:sldMk cId="0" sldId="265"/>
            <ac:spMk id="14" creationId="{375E0459-6403-40CD-989D-56A4407CA12E}"/>
          </ac:spMkLst>
        </pc:spChg>
        <pc:spChg chg="add">
          <ac:chgData name="miguel angel rosa caparros" userId="6741db27d5d00a46" providerId="LiveId" clId="{041D3830-87B5-4249-BA1D-8310887B196B}" dt="2026-02-04T11:41:50.621" v="959" actId="26606"/>
          <ac:spMkLst>
            <pc:docMk/>
            <pc:sldMk cId="0" sldId="265"/>
            <ac:spMk id="16" creationId="{53E5B1A8-3AC9-4BD1-9BBC-78CA94F2D1BA}"/>
          </ac:spMkLst>
        </pc:spChg>
      </pc:sldChg>
      <pc:sldChg chg="addSp modSp mod setBg">
        <pc:chgData name="miguel angel rosa caparros" userId="6741db27d5d00a46" providerId="LiveId" clId="{041D3830-87B5-4249-BA1D-8310887B196B}" dt="2026-02-04T11:48:11.075" v="1101" actId="403"/>
        <pc:sldMkLst>
          <pc:docMk/>
          <pc:sldMk cId="0" sldId="266"/>
        </pc:sldMkLst>
        <pc:spChg chg="mod">
          <ac:chgData name="miguel angel rosa caparros" userId="6741db27d5d00a46" providerId="LiveId" clId="{041D3830-87B5-4249-BA1D-8310887B196B}" dt="2026-02-04T11:41:53.914" v="960" actId="26606"/>
          <ac:spMkLst>
            <pc:docMk/>
            <pc:sldMk cId="0" sldId="266"/>
            <ac:spMk id="2" creationId="{00000000-0000-0000-0000-000000000000}"/>
          </ac:spMkLst>
        </pc:spChg>
        <pc:spChg chg="mod">
          <ac:chgData name="miguel angel rosa caparros" userId="6741db27d5d00a46" providerId="LiveId" clId="{041D3830-87B5-4249-BA1D-8310887B196B}" dt="2026-02-04T11:48:11.075" v="1101" actId="403"/>
          <ac:spMkLst>
            <pc:docMk/>
            <pc:sldMk cId="0" sldId="266"/>
            <ac:spMk id="3" creationId="{00000000-0000-0000-0000-000000000000}"/>
          </ac:spMkLst>
        </pc:spChg>
        <pc:spChg chg="add">
          <ac:chgData name="miguel angel rosa caparros" userId="6741db27d5d00a46" providerId="LiveId" clId="{041D3830-87B5-4249-BA1D-8310887B196B}" dt="2026-02-04T11:41:53.914" v="960" actId="26606"/>
          <ac:spMkLst>
            <pc:docMk/>
            <pc:sldMk cId="0" sldId="266"/>
            <ac:spMk id="8" creationId="{1B15ED52-F352-441B-82BF-E0EA34836D08}"/>
          </ac:spMkLst>
        </pc:spChg>
        <pc:spChg chg="add">
          <ac:chgData name="miguel angel rosa caparros" userId="6741db27d5d00a46" providerId="LiveId" clId="{041D3830-87B5-4249-BA1D-8310887B196B}" dt="2026-02-04T11:41:53.914" v="960" actId="26606"/>
          <ac:spMkLst>
            <pc:docMk/>
            <pc:sldMk cId="0" sldId="266"/>
            <ac:spMk id="10" creationId="{3B2E3793-BFE6-45A2-9B7B-E18844431C99}"/>
          </ac:spMkLst>
        </pc:spChg>
        <pc:spChg chg="add">
          <ac:chgData name="miguel angel rosa caparros" userId="6741db27d5d00a46" providerId="LiveId" clId="{041D3830-87B5-4249-BA1D-8310887B196B}" dt="2026-02-04T11:41:53.914" v="960" actId="26606"/>
          <ac:spMkLst>
            <pc:docMk/>
            <pc:sldMk cId="0" sldId="266"/>
            <ac:spMk id="12" creationId="{BC4C4868-CB8F-4AF9-9CDB-8108F2C19B67}"/>
          </ac:spMkLst>
        </pc:spChg>
        <pc:spChg chg="add">
          <ac:chgData name="miguel angel rosa caparros" userId="6741db27d5d00a46" providerId="LiveId" clId="{041D3830-87B5-4249-BA1D-8310887B196B}" dt="2026-02-04T11:41:53.914" v="960" actId="26606"/>
          <ac:spMkLst>
            <pc:docMk/>
            <pc:sldMk cId="0" sldId="266"/>
            <ac:spMk id="14" creationId="{375E0459-6403-40CD-989D-56A4407CA12E}"/>
          </ac:spMkLst>
        </pc:spChg>
        <pc:spChg chg="add">
          <ac:chgData name="miguel angel rosa caparros" userId="6741db27d5d00a46" providerId="LiveId" clId="{041D3830-87B5-4249-BA1D-8310887B196B}" dt="2026-02-04T11:41:53.914" v="960" actId="26606"/>
          <ac:spMkLst>
            <pc:docMk/>
            <pc:sldMk cId="0" sldId="266"/>
            <ac:spMk id="16" creationId="{53E5B1A8-3AC9-4BD1-9BBC-78CA94F2D1BA}"/>
          </ac:spMkLst>
        </pc:spChg>
      </pc:sldChg>
      <pc:sldChg chg="addSp modSp mod setBg">
        <pc:chgData name="miguel angel rosa caparros" userId="6741db27d5d00a46" providerId="LiveId" clId="{041D3830-87B5-4249-BA1D-8310887B196B}" dt="2026-02-04T11:48:26.044" v="1107" actId="403"/>
        <pc:sldMkLst>
          <pc:docMk/>
          <pc:sldMk cId="0" sldId="267"/>
        </pc:sldMkLst>
        <pc:spChg chg="mod">
          <ac:chgData name="miguel angel rosa caparros" userId="6741db27d5d00a46" providerId="LiveId" clId="{041D3830-87B5-4249-BA1D-8310887B196B}" dt="2026-02-04T11:41:58.204" v="961" actId="26606"/>
          <ac:spMkLst>
            <pc:docMk/>
            <pc:sldMk cId="0" sldId="267"/>
            <ac:spMk id="2" creationId="{00000000-0000-0000-0000-000000000000}"/>
          </ac:spMkLst>
        </pc:spChg>
        <pc:spChg chg="mod">
          <ac:chgData name="miguel angel rosa caparros" userId="6741db27d5d00a46" providerId="LiveId" clId="{041D3830-87B5-4249-BA1D-8310887B196B}" dt="2026-02-04T11:48:26.044" v="1107" actId="403"/>
          <ac:spMkLst>
            <pc:docMk/>
            <pc:sldMk cId="0" sldId="267"/>
            <ac:spMk id="3" creationId="{00000000-0000-0000-0000-000000000000}"/>
          </ac:spMkLst>
        </pc:spChg>
        <pc:spChg chg="add">
          <ac:chgData name="miguel angel rosa caparros" userId="6741db27d5d00a46" providerId="LiveId" clId="{041D3830-87B5-4249-BA1D-8310887B196B}" dt="2026-02-04T11:41:58.204" v="961" actId="26606"/>
          <ac:spMkLst>
            <pc:docMk/>
            <pc:sldMk cId="0" sldId="267"/>
            <ac:spMk id="8" creationId="{1B15ED52-F352-441B-82BF-E0EA34836D08}"/>
          </ac:spMkLst>
        </pc:spChg>
        <pc:spChg chg="add">
          <ac:chgData name="miguel angel rosa caparros" userId="6741db27d5d00a46" providerId="LiveId" clId="{041D3830-87B5-4249-BA1D-8310887B196B}" dt="2026-02-04T11:41:58.204" v="961" actId="26606"/>
          <ac:spMkLst>
            <pc:docMk/>
            <pc:sldMk cId="0" sldId="267"/>
            <ac:spMk id="10" creationId="{3B2E3793-BFE6-45A2-9B7B-E18844431C99}"/>
          </ac:spMkLst>
        </pc:spChg>
        <pc:spChg chg="add">
          <ac:chgData name="miguel angel rosa caparros" userId="6741db27d5d00a46" providerId="LiveId" clId="{041D3830-87B5-4249-BA1D-8310887B196B}" dt="2026-02-04T11:41:58.204" v="961" actId="26606"/>
          <ac:spMkLst>
            <pc:docMk/>
            <pc:sldMk cId="0" sldId="267"/>
            <ac:spMk id="12" creationId="{BC4C4868-CB8F-4AF9-9CDB-8108F2C19B67}"/>
          </ac:spMkLst>
        </pc:spChg>
        <pc:spChg chg="add">
          <ac:chgData name="miguel angel rosa caparros" userId="6741db27d5d00a46" providerId="LiveId" clId="{041D3830-87B5-4249-BA1D-8310887B196B}" dt="2026-02-04T11:41:58.204" v="961" actId="26606"/>
          <ac:spMkLst>
            <pc:docMk/>
            <pc:sldMk cId="0" sldId="267"/>
            <ac:spMk id="14" creationId="{375E0459-6403-40CD-989D-56A4407CA12E}"/>
          </ac:spMkLst>
        </pc:spChg>
        <pc:spChg chg="add">
          <ac:chgData name="miguel angel rosa caparros" userId="6741db27d5d00a46" providerId="LiveId" clId="{041D3830-87B5-4249-BA1D-8310887B196B}" dt="2026-02-04T11:41:58.204" v="961" actId="26606"/>
          <ac:spMkLst>
            <pc:docMk/>
            <pc:sldMk cId="0" sldId="267"/>
            <ac:spMk id="16" creationId="{53E5B1A8-3AC9-4BD1-9BBC-78CA94F2D1BA}"/>
          </ac:spMkLst>
        </pc:spChg>
      </pc:sldChg>
      <pc:sldChg chg="addSp modSp mod setBg">
        <pc:chgData name="miguel angel rosa caparros" userId="6741db27d5d00a46" providerId="LiveId" clId="{041D3830-87B5-4249-BA1D-8310887B196B}" dt="2026-02-04T11:48:43.987" v="1113" actId="403"/>
        <pc:sldMkLst>
          <pc:docMk/>
          <pc:sldMk cId="0" sldId="268"/>
        </pc:sldMkLst>
        <pc:spChg chg="mod">
          <ac:chgData name="miguel angel rosa caparros" userId="6741db27d5d00a46" providerId="LiveId" clId="{041D3830-87B5-4249-BA1D-8310887B196B}" dt="2026-02-04T11:42:04.115" v="963" actId="26606"/>
          <ac:spMkLst>
            <pc:docMk/>
            <pc:sldMk cId="0" sldId="268"/>
            <ac:spMk id="2" creationId="{00000000-0000-0000-0000-000000000000}"/>
          </ac:spMkLst>
        </pc:spChg>
        <pc:spChg chg="mod">
          <ac:chgData name="miguel angel rosa caparros" userId="6741db27d5d00a46" providerId="LiveId" clId="{041D3830-87B5-4249-BA1D-8310887B196B}" dt="2026-02-04T11:48:43.987" v="1113" actId="403"/>
          <ac:spMkLst>
            <pc:docMk/>
            <pc:sldMk cId="0" sldId="268"/>
            <ac:spMk id="3" creationId="{00000000-0000-0000-0000-000000000000}"/>
          </ac:spMkLst>
        </pc:spChg>
        <pc:spChg chg="add">
          <ac:chgData name="miguel angel rosa caparros" userId="6741db27d5d00a46" providerId="LiveId" clId="{041D3830-87B5-4249-BA1D-8310887B196B}" dt="2026-02-04T11:42:04.115" v="963" actId="26606"/>
          <ac:spMkLst>
            <pc:docMk/>
            <pc:sldMk cId="0" sldId="268"/>
            <ac:spMk id="8" creationId="{1B15ED52-F352-441B-82BF-E0EA34836D08}"/>
          </ac:spMkLst>
        </pc:spChg>
        <pc:spChg chg="add">
          <ac:chgData name="miguel angel rosa caparros" userId="6741db27d5d00a46" providerId="LiveId" clId="{041D3830-87B5-4249-BA1D-8310887B196B}" dt="2026-02-04T11:42:04.115" v="963" actId="26606"/>
          <ac:spMkLst>
            <pc:docMk/>
            <pc:sldMk cId="0" sldId="268"/>
            <ac:spMk id="10" creationId="{3B2E3793-BFE6-45A2-9B7B-E18844431C99}"/>
          </ac:spMkLst>
        </pc:spChg>
        <pc:spChg chg="add">
          <ac:chgData name="miguel angel rosa caparros" userId="6741db27d5d00a46" providerId="LiveId" clId="{041D3830-87B5-4249-BA1D-8310887B196B}" dt="2026-02-04T11:42:04.115" v="963" actId="26606"/>
          <ac:spMkLst>
            <pc:docMk/>
            <pc:sldMk cId="0" sldId="268"/>
            <ac:spMk id="12" creationId="{BC4C4868-CB8F-4AF9-9CDB-8108F2C19B67}"/>
          </ac:spMkLst>
        </pc:spChg>
        <pc:spChg chg="add">
          <ac:chgData name="miguel angel rosa caparros" userId="6741db27d5d00a46" providerId="LiveId" clId="{041D3830-87B5-4249-BA1D-8310887B196B}" dt="2026-02-04T11:42:04.115" v="963" actId="26606"/>
          <ac:spMkLst>
            <pc:docMk/>
            <pc:sldMk cId="0" sldId="268"/>
            <ac:spMk id="14" creationId="{375E0459-6403-40CD-989D-56A4407CA12E}"/>
          </ac:spMkLst>
        </pc:spChg>
        <pc:spChg chg="add">
          <ac:chgData name="miguel angel rosa caparros" userId="6741db27d5d00a46" providerId="LiveId" clId="{041D3830-87B5-4249-BA1D-8310887B196B}" dt="2026-02-04T11:42:04.115" v="963" actId="26606"/>
          <ac:spMkLst>
            <pc:docMk/>
            <pc:sldMk cId="0" sldId="268"/>
            <ac:spMk id="16" creationId="{53E5B1A8-3AC9-4BD1-9BBC-78CA94F2D1BA}"/>
          </ac:spMkLst>
        </pc:spChg>
      </pc:sldChg>
      <pc:sldChg chg="addSp modSp mod setBg">
        <pc:chgData name="miguel angel rosa caparros" userId="6741db27d5d00a46" providerId="LiveId" clId="{041D3830-87B5-4249-BA1D-8310887B196B}" dt="2026-02-04T11:48:56.926" v="1115" actId="14100"/>
        <pc:sldMkLst>
          <pc:docMk/>
          <pc:sldMk cId="0" sldId="269"/>
        </pc:sldMkLst>
        <pc:spChg chg="mod">
          <ac:chgData name="miguel angel rosa caparros" userId="6741db27d5d00a46" providerId="LiveId" clId="{041D3830-87B5-4249-BA1D-8310887B196B}" dt="2026-02-04T11:42:01.393" v="962" actId="26606"/>
          <ac:spMkLst>
            <pc:docMk/>
            <pc:sldMk cId="0" sldId="269"/>
            <ac:spMk id="2" creationId="{00000000-0000-0000-0000-000000000000}"/>
          </ac:spMkLst>
        </pc:spChg>
        <pc:spChg chg="mod">
          <ac:chgData name="miguel angel rosa caparros" userId="6741db27d5d00a46" providerId="LiveId" clId="{041D3830-87B5-4249-BA1D-8310887B196B}" dt="2026-02-04T11:48:56.926" v="1115" actId="14100"/>
          <ac:spMkLst>
            <pc:docMk/>
            <pc:sldMk cId="0" sldId="269"/>
            <ac:spMk id="3" creationId="{00000000-0000-0000-0000-000000000000}"/>
          </ac:spMkLst>
        </pc:spChg>
        <pc:spChg chg="add">
          <ac:chgData name="miguel angel rosa caparros" userId="6741db27d5d00a46" providerId="LiveId" clId="{041D3830-87B5-4249-BA1D-8310887B196B}" dt="2026-02-04T11:42:01.393" v="962" actId="26606"/>
          <ac:spMkLst>
            <pc:docMk/>
            <pc:sldMk cId="0" sldId="269"/>
            <ac:spMk id="8" creationId="{1B15ED52-F352-441B-82BF-E0EA34836D08}"/>
          </ac:spMkLst>
        </pc:spChg>
        <pc:spChg chg="add">
          <ac:chgData name="miguel angel rosa caparros" userId="6741db27d5d00a46" providerId="LiveId" clId="{041D3830-87B5-4249-BA1D-8310887B196B}" dt="2026-02-04T11:42:01.393" v="962" actId="26606"/>
          <ac:spMkLst>
            <pc:docMk/>
            <pc:sldMk cId="0" sldId="269"/>
            <ac:spMk id="10" creationId="{3B2E3793-BFE6-45A2-9B7B-E18844431C99}"/>
          </ac:spMkLst>
        </pc:spChg>
        <pc:spChg chg="add">
          <ac:chgData name="miguel angel rosa caparros" userId="6741db27d5d00a46" providerId="LiveId" clId="{041D3830-87B5-4249-BA1D-8310887B196B}" dt="2026-02-04T11:42:01.393" v="962" actId="26606"/>
          <ac:spMkLst>
            <pc:docMk/>
            <pc:sldMk cId="0" sldId="269"/>
            <ac:spMk id="12" creationId="{BC4C4868-CB8F-4AF9-9CDB-8108F2C19B67}"/>
          </ac:spMkLst>
        </pc:spChg>
        <pc:spChg chg="add">
          <ac:chgData name="miguel angel rosa caparros" userId="6741db27d5d00a46" providerId="LiveId" clId="{041D3830-87B5-4249-BA1D-8310887B196B}" dt="2026-02-04T11:42:01.393" v="962" actId="26606"/>
          <ac:spMkLst>
            <pc:docMk/>
            <pc:sldMk cId="0" sldId="269"/>
            <ac:spMk id="14" creationId="{375E0459-6403-40CD-989D-56A4407CA12E}"/>
          </ac:spMkLst>
        </pc:spChg>
        <pc:spChg chg="add">
          <ac:chgData name="miguel angel rosa caparros" userId="6741db27d5d00a46" providerId="LiveId" clId="{041D3830-87B5-4249-BA1D-8310887B196B}" dt="2026-02-04T11:42:01.393" v="962" actId="26606"/>
          <ac:spMkLst>
            <pc:docMk/>
            <pc:sldMk cId="0" sldId="269"/>
            <ac:spMk id="16" creationId="{53E5B1A8-3AC9-4BD1-9BBC-78CA94F2D1BA}"/>
          </ac:spMkLst>
        </pc:spChg>
      </pc:sldChg>
      <pc:sldChg chg="addSp modSp mod setBg">
        <pc:chgData name="miguel angel rosa caparros" userId="6741db27d5d00a46" providerId="LiveId" clId="{041D3830-87B5-4249-BA1D-8310887B196B}" dt="2026-02-04T11:49:23.070" v="1122" actId="403"/>
        <pc:sldMkLst>
          <pc:docMk/>
          <pc:sldMk cId="0" sldId="270"/>
        </pc:sldMkLst>
        <pc:spChg chg="mod">
          <ac:chgData name="miguel angel rosa caparros" userId="6741db27d5d00a46" providerId="LiveId" clId="{041D3830-87B5-4249-BA1D-8310887B196B}" dt="2026-02-04T11:42:07.055" v="964" actId="26606"/>
          <ac:spMkLst>
            <pc:docMk/>
            <pc:sldMk cId="0" sldId="270"/>
            <ac:spMk id="2" creationId="{00000000-0000-0000-0000-000000000000}"/>
          </ac:spMkLst>
        </pc:spChg>
        <pc:spChg chg="mod">
          <ac:chgData name="miguel angel rosa caparros" userId="6741db27d5d00a46" providerId="LiveId" clId="{041D3830-87B5-4249-BA1D-8310887B196B}" dt="2026-02-04T11:49:23.070" v="1122" actId="403"/>
          <ac:spMkLst>
            <pc:docMk/>
            <pc:sldMk cId="0" sldId="270"/>
            <ac:spMk id="3" creationId="{00000000-0000-0000-0000-000000000000}"/>
          </ac:spMkLst>
        </pc:spChg>
        <pc:spChg chg="add">
          <ac:chgData name="miguel angel rosa caparros" userId="6741db27d5d00a46" providerId="LiveId" clId="{041D3830-87B5-4249-BA1D-8310887B196B}" dt="2026-02-04T11:42:07.055" v="964" actId="26606"/>
          <ac:spMkLst>
            <pc:docMk/>
            <pc:sldMk cId="0" sldId="270"/>
            <ac:spMk id="8" creationId="{1B15ED52-F352-441B-82BF-E0EA34836D08}"/>
          </ac:spMkLst>
        </pc:spChg>
        <pc:spChg chg="add">
          <ac:chgData name="miguel angel rosa caparros" userId="6741db27d5d00a46" providerId="LiveId" clId="{041D3830-87B5-4249-BA1D-8310887B196B}" dt="2026-02-04T11:42:07.055" v="964" actId="26606"/>
          <ac:spMkLst>
            <pc:docMk/>
            <pc:sldMk cId="0" sldId="270"/>
            <ac:spMk id="10" creationId="{3B2E3793-BFE6-45A2-9B7B-E18844431C99}"/>
          </ac:spMkLst>
        </pc:spChg>
        <pc:spChg chg="add">
          <ac:chgData name="miguel angel rosa caparros" userId="6741db27d5d00a46" providerId="LiveId" clId="{041D3830-87B5-4249-BA1D-8310887B196B}" dt="2026-02-04T11:42:07.055" v="964" actId="26606"/>
          <ac:spMkLst>
            <pc:docMk/>
            <pc:sldMk cId="0" sldId="270"/>
            <ac:spMk id="12" creationId="{BC4C4868-CB8F-4AF9-9CDB-8108F2C19B67}"/>
          </ac:spMkLst>
        </pc:spChg>
        <pc:spChg chg="add">
          <ac:chgData name="miguel angel rosa caparros" userId="6741db27d5d00a46" providerId="LiveId" clId="{041D3830-87B5-4249-BA1D-8310887B196B}" dt="2026-02-04T11:42:07.055" v="964" actId="26606"/>
          <ac:spMkLst>
            <pc:docMk/>
            <pc:sldMk cId="0" sldId="270"/>
            <ac:spMk id="14" creationId="{375E0459-6403-40CD-989D-56A4407CA12E}"/>
          </ac:spMkLst>
        </pc:spChg>
        <pc:spChg chg="add">
          <ac:chgData name="miguel angel rosa caparros" userId="6741db27d5d00a46" providerId="LiveId" clId="{041D3830-87B5-4249-BA1D-8310887B196B}" dt="2026-02-04T11:42:07.055" v="964" actId="26606"/>
          <ac:spMkLst>
            <pc:docMk/>
            <pc:sldMk cId="0" sldId="270"/>
            <ac:spMk id="16" creationId="{53E5B1A8-3AC9-4BD1-9BBC-78CA94F2D1BA}"/>
          </ac:spMkLst>
        </pc:spChg>
      </pc:sldChg>
      <pc:sldChg chg="addSp modSp mod setBg">
        <pc:chgData name="miguel angel rosa caparros" userId="6741db27d5d00a46" providerId="LiveId" clId="{041D3830-87B5-4249-BA1D-8310887B196B}" dt="2026-02-04T11:49:45.733" v="1149" actId="27636"/>
        <pc:sldMkLst>
          <pc:docMk/>
          <pc:sldMk cId="0" sldId="271"/>
        </pc:sldMkLst>
        <pc:spChg chg="mod">
          <ac:chgData name="miguel angel rosa caparros" userId="6741db27d5d00a46" providerId="LiveId" clId="{041D3830-87B5-4249-BA1D-8310887B196B}" dt="2026-02-04T11:43:58.338" v="1026" actId="27636"/>
          <ac:spMkLst>
            <pc:docMk/>
            <pc:sldMk cId="0" sldId="271"/>
            <ac:spMk id="2" creationId="{00000000-0000-0000-0000-000000000000}"/>
          </ac:spMkLst>
        </pc:spChg>
        <pc:spChg chg="mod">
          <ac:chgData name="miguel angel rosa caparros" userId="6741db27d5d00a46" providerId="LiveId" clId="{041D3830-87B5-4249-BA1D-8310887B196B}" dt="2026-02-04T11:49:45.733" v="1149" actId="27636"/>
          <ac:spMkLst>
            <pc:docMk/>
            <pc:sldMk cId="0" sldId="271"/>
            <ac:spMk id="3" creationId="{00000000-0000-0000-0000-000000000000}"/>
          </ac:spMkLst>
        </pc:spChg>
        <pc:spChg chg="add">
          <ac:chgData name="miguel angel rosa caparros" userId="6741db27d5d00a46" providerId="LiveId" clId="{041D3830-87B5-4249-BA1D-8310887B196B}" dt="2026-02-04T11:42:10.377" v="965" actId="26606"/>
          <ac:spMkLst>
            <pc:docMk/>
            <pc:sldMk cId="0" sldId="271"/>
            <ac:spMk id="8" creationId="{1B15ED52-F352-441B-82BF-E0EA34836D08}"/>
          </ac:spMkLst>
        </pc:spChg>
        <pc:spChg chg="add">
          <ac:chgData name="miguel angel rosa caparros" userId="6741db27d5d00a46" providerId="LiveId" clId="{041D3830-87B5-4249-BA1D-8310887B196B}" dt="2026-02-04T11:42:10.377" v="965" actId="26606"/>
          <ac:spMkLst>
            <pc:docMk/>
            <pc:sldMk cId="0" sldId="271"/>
            <ac:spMk id="10" creationId="{3B2E3793-BFE6-45A2-9B7B-E18844431C99}"/>
          </ac:spMkLst>
        </pc:spChg>
        <pc:spChg chg="add">
          <ac:chgData name="miguel angel rosa caparros" userId="6741db27d5d00a46" providerId="LiveId" clId="{041D3830-87B5-4249-BA1D-8310887B196B}" dt="2026-02-04T11:42:10.377" v="965" actId="26606"/>
          <ac:spMkLst>
            <pc:docMk/>
            <pc:sldMk cId="0" sldId="271"/>
            <ac:spMk id="12" creationId="{BC4C4868-CB8F-4AF9-9CDB-8108F2C19B67}"/>
          </ac:spMkLst>
        </pc:spChg>
        <pc:spChg chg="add">
          <ac:chgData name="miguel angel rosa caparros" userId="6741db27d5d00a46" providerId="LiveId" clId="{041D3830-87B5-4249-BA1D-8310887B196B}" dt="2026-02-04T11:42:10.377" v="965" actId="26606"/>
          <ac:spMkLst>
            <pc:docMk/>
            <pc:sldMk cId="0" sldId="271"/>
            <ac:spMk id="14" creationId="{375E0459-6403-40CD-989D-56A4407CA12E}"/>
          </ac:spMkLst>
        </pc:spChg>
        <pc:spChg chg="add">
          <ac:chgData name="miguel angel rosa caparros" userId="6741db27d5d00a46" providerId="LiveId" clId="{041D3830-87B5-4249-BA1D-8310887B196B}" dt="2026-02-04T11:42:10.377" v="965" actId="26606"/>
          <ac:spMkLst>
            <pc:docMk/>
            <pc:sldMk cId="0" sldId="271"/>
            <ac:spMk id="16" creationId="{53E5B1A8-3AC9-4BD1-9BBC-78CA94F2D1BA}"/>
          </ac:spMkLst>
        </pc:spChg>
      </pc:sldChg>
      <pc:sldChg chg="addSp modSp mod setBg">
        <pc:chgData name="miguel angel rosa caparros" userId="6741db27d5d00a46" providerId="LiveId" clId="{041D3830-87B5-4249-BA1D-8310887B196B}" dt="2026-02-04T11:50:08.715" v="1160" actId="27636"/>
        <pc:sldMkLst>
          <pc:docMk/>
          <pc:sldMk cId="0" sldId="272"/>
        </pc:sldMkLst>
        <pc:spChg chg="mod">
          <ac:chgData name="miguel angel rosa caparros" userId="6741db27d5d00a46" providerId="LiveId" clId="{041D3830-87B5-4249-BA1D-8310887B196B}" dt="2026-02-04T11:42:14.329" v="967" actId="26606"/>
          <ac:spMkLst>
            <pc:docMk/>
            <pc:sldMk cId="0" sldId="272"/>
            <ac:spMk id="2" creationId="{00000000-0000-0000-0000-000000000000}"/>
          </ac:spMkLst>
        </pc:spChg>
        <pc:spChg chg="mod">
          <ac:chgData name="miguel angel rosa caparros" userId="6741db27d5d00a46" providerId="LiveId" clId="{041D3830-87B5-4249-BA1D-8310887B196B}" dt="2026-02-04T11:50:08.715" v="1160" actId="27636"/>
          <ac:spMkLst>
            <pc:docMk/>
            <pc:sldMk cId="0" sldId="272"/>
            <ac:spMk id="3" creationId="{00000000-0000-0000-0000-000000000000}"/>
          </ac:spMkLst>
        </pc:spChg>
        <pc:spChg chg="add">
          <ac:chgData name="miguel angel rosa caparros" userId="6741db27d5d00a46" providerId="LiveId" clId="{041D3830-87B5-4249-BA1D-8310887B196B}" dt="2026-02-04T11:42:14.329" v="967" actId="26606"/>
          <ac:spMkLst>
            <pc:docMk/>
            <pc:sldMk cId="0" sldId="272"/>
            <ac:spMk id="8" creationId="{1B15ED52-F352-441B-82BF-E0EA34836D08}"/>
          </ac:spMkLst>
        </pc:spChg>
        <pc:spChg chg="add">
          <ac:chgData name="miguel angel rosa caparros" userId="6741db27d5d00a46" providerId="LiveId" clId="{041D3830-87B5-4249-BA1D-8310887B196B}" dt="2026-02-04T11:42:14.329" v="967" actId="26606"/>
          <ac:spMkLst>
            <pc:docMk/>
            <pc:sldMk cId="0" sldId="272"/>
            <ac:spMk id="10" creationId="{3B2E3793-BFE6-45A2-9B7B-E18844431C99}"/>
          </ac:spMkLst>
        </pc:spChg>
        <pc:spChg chg="add">
          <ac:chgData name="miguel angel rosa caparros" userId="6741db27d5d00a46" providerId="LiveId" clId="{041D3830-87B5-4249-BA1D-8310887B196B}" dt="2026-02-04T11:42:14.329" v="967" actId="26606"/>
          <ac:spMkLst>
            <pc:docMk/>
            <pc:sldMk cId="0" sldId="272"/>
            <ac:spMk id="12" creationId="{BC4C4868-CB8F-4AF9-9CDB-8108F2C19B67}"/>
          </ac:spMkLst>
        </pc:spChg>
        <pc:spChg chg="add">
          <ac:chgData name="miguel angel rosa caparros" userId="6741db27d5d00a46" providerId="LiveId" clId="{041D3830-87B5-4249-BA1D-8310887B196B}" dt="2026-02-04T11:42:14.329" v="967" actId="26606"/>
          <ac:spMkLst>
            <pc:docMk/>
            <pc:sldMk cId="0" sldId="272"/>
            <ac:spMk id="14" creationId="{375E0459-6403-40CD-989D-56A4407CA12E}"/>
          </ac:spMkLst>
        </pc:spChg>
        <pc:spChg chg="add">
          <ac:chgData name="miguel angel rosa caparros" userId="6741db27d5d00a46" providerId="LiveId" clId="{041D3830-87B5-4249-BA1D-8310887B196B}" dt="2026-02-04T11:42:14.329" v="967" actId="26606"/>
          <ac:spMkLst>
            <pc:docMk/>
            <pc:sldMk cId="0" sldId="272"/>
            <ac:spMk id="16" creationId="{53E5B1A8-3AC9-4BD1-9BBC-78CA94F2D1BA}"/>
          </ac:spMkLst>
        </pc:spChg>
      </pc:sldChg>
      <pc:sldChg chg="addSp modSp mod setBg">
        <pc:chgData name="miguel angel rosa caparros" userId="6741db27d5d00a46" providerId="LiveId" clId="{041D3830-87B5-4249-BA1D-8310887B196B}" dt="2026-02-04T11:50:29.561" v="1168" actId="27636"/>
        <pc:sldMkLst>
          <pc:docMk/>
          <pc:sldMk cId="0" sldId="273"/>
        </pc:sldMkLst>
        <pc:spChg chg="mod">
          <ac:chgData name="miguel angel rosa caparros" userId="6741db27d5d00a46" providerId="LiveId" clId="{041D3830-87B5-4249-BA1D-8310887B196B}" dt="2026-02-04T11:42:17.084" v="968" actId="26606"/>
          <ac:spMkLst>
            <pc:docMk/>
            <pc:sldMk cId="0" sldId="273"/>
            <ac:spMk id="2" creationId="{00000000-0000-0000-0000-000000000000}"/>
          </ac:spMkLst>
        </pc:spChg>
        <pc:spChg chg="mod">
          <ac:chgData name="miguel angel rosa caparros" userId="6741db27d5d00a46" providerId="LiveId" clId="{041D3830-87B5-4249-BA1D-8310887B196B}" dt="2026-02-04T11:50:29.561" v="1168" actId="27636"/>
          <ac:spMkLst>
            <pc:docMk/>
            <pc:sldMk cId="0" sldId="273"/>
            <ac:spMk id="3" creationId="{00000000-0000-0000-0000-000000000000}"/>
          </ac:spMkLst>
        </pc:spChg>
        <pc:spChg chg="add">
          <ac:chgData name="miguel angel rosa caparros" userId="6741db27d5d00a46" providerId="LiveId" clId="{041D3830-87B5-4249-BA1D-8310887B196B}" dt="2026-02-04T11:42:17.084" v="968" actId="26606"/>
          <ac:spMkLst>
            <pc:docMk/>
            <pc:sldMk cId="0" sldId="273"/>
            <ac:spMk id="8" creationId="{1B15ED52-F352-441B-82BF-E0EA34836D08}"/>
          </ac:spMkLst>
        </pc:spChg>
        <pc:spChg chg="add">
          <ac:chgData name="miguel angel rosa caparros" userId="6741db27d5d00a46" providerId="LiveId" clId="{041D3830-87B5-4249-BA1D-8310887B196B}" dt="2026-02-04T11:42:17.084" v="968" actId="26606"/>
          <ac:spMkLst>
            <pc:docMk/>
            <pc:sldMk cId="0" sldId="273"/>
            <ac:spMk id="10" creationId="{3B2E3793-BFE6-45A2-9B7B-E18844431C99}"/>
          </ac:spMkLst>
        </pc:spChg>
        <pc:spChg chg="add">
          <ac:chgData name="miguel angel rosa caparros" userId="6741db27d5d00a46" providerId="LiveId" clId="{041D3830-87B5-4249-BA1D-8310887B196B}" dt="2026-02-04T11:42:17.084" v="968" actId="26606"/>
          <ac:spMkLst>
            <pc:docMk/>
            <pc:sldMk cId="0" sldId="273"/>
            <ac:spMk id="12" creationId="{BC4C4868-CB8F-4AF9-9CDB-8108F2C19B67}"/>
          </ac:spMkLst>
        </pc:spChg>
        <pc:spChg chg="add">
          <ac:chgData name="miguel angel rosa caparros" userId="6741db27d5d00a46" providerId="LiveId" clId="{041D3830-87B5-4249-BA1D-8310887B196B}" dt="2026-02-04T11:42:17.084" v="968" actId="26606"/>
          <ac:spMkLst>
            <pc:docMk/>
            <pc:sldMk cId="0" sldId="273"/>
            <ac:spMk id="14" creationId="{375E0459-6403-40CD-989D-56A4407CA12E}"/>
          </ac:spMkLst>
        </pc:spChg>
        <pc:spChg chg="add">
          <ac:chgData name="miguel angel rosa caparros" userId="6741db27d5d00a46" providerId="LiveId" clId="{041D3830-87B5-4249-BA1D-8310887B196B}" dt="2026-02-04T11:42:17.084" v="968" actId="26606"/>
          <ac:spMkLst>
            <pc:docMk/>
            <pc:sldMk cId="0" sldId="273"/>
            <ac:spMk id="16" creationId="{53E5B1A8-3AC9-4BD1-9BBC-78CA94F2D1BA}"/>
          </ac:spMkLst>
        </pc:spChg>
      </pc:sldChg>
      <pc:sldChg chg="addSp modSp mod setBg">
        <pc:chgData name="miguel angel rosa caparros" userId="6741db27d5d00a46" providerId="LiveId" clId="{041D3830-87B5-4249-BA1D-8310887B196B}" dt="2026-02-04T11:50:46.201" v="1173" actId="404"/>
        <pc:sldMkLst>
          <pc:docMk/>
          <pc:sldMk cId="0" sldId="274"/>
        </pc:sldMkLst>
        <pc:spChg chg="mod">
          <ac:chgData name="miguel angel rosa caparros" userId="6741db27d5d00a46" providerId="LiveId" clId="{041D3830-87B5-4249-BA1D-8310887B196B}" dt="2026-02-04T11:42:20.120" v="969" actId="26606"/>
          <ac:spMkLst>
            <pc:docMk/>
            <pc:sldMk cId="0" sldId="274"/>
            <ac:spMk id="2" creationId="{00000000-0000-0000-0000-000000000000}"/>
          </ac:spMkLst>
        </pc:spChg>
        <pc:spChg chg="mod">
          <ac:chgData name="miguel angel rosa caparros" userId="6741db27d5d00a46" providerId="LiveId" clId="{041D3830-87B5-4249-BA1D-8310887B196B}" dt="2026-02-04T11:50:46.201" v="1173" actId="404"/>
          <ac:spMkLst>
            <pc:docMk/>
            <pc:sldMk cId="0" sldId="274"/>
            <ac:spMk id="3" creationId="{00000000-0000-0000-0000-000000000000}"/>
          </ac:spMkLst>
        </pc:spChg>
        <pc:spChg chg="add">
          <ac:chgData name="miguel angel rosa caparros" userId="6741db27d5d00a46" providerId="LiveId" clId="{041D3830-87B5-4249-BA1D-8310887B196B}" dt="2026-02-04T11:42:20.120" v="969" actId="26606"/>
          <ac:spMkLst>
            <pc:docMk/>
            <pc:sldMk cId="0" sldId="274"/>
            <ac:spMk id="8" creationId="{1B15ED52-F352-441B-82BF-E0EA34836D08}"/>
          </ac:spMkLst>
        </pc:spChg>
        <pc:spChg chg="add">
          <ac:chgData name="miguel angel rosa caparros" userId="6741db27d5d00a46" providerId="LiveId" clId="{041D3830-87B5-4249-BA1D-8310887B196B}" dt="2026-02-04T11:42:20.120" v="969" actId="26606"/>
          <ac:spMkLst>
            <pc:docMk/>
            <pc:sldMk cId="0" sldId="274"/>
            <ac:spMk id="10" creationId="{3B2E3793-BFE6-45A2-9B7B-E18844431C99}"/>
          </ac:spMkLst>
        </pc:spChg>
        <pc:spChg chg="add">
          <ac:chgData name="miguel angel rosa caparros" userId="6741db27d5d00a46" providerId="LiveId" clId="{041D3830-87B5-4249-BA1D-8310887B196B}" dt="2026-02-04T11:42:20.120" v="969" actId="26606"/>
          <ac:spMkLst>
            <pc:docMk/>
            <pc:sldMk cId="0" sldId="274"/>
            <ac:spMk id="12" creationId="{BC4C4868-CB8F-4AF9-9CDB-8108F2C19B67}"/>
          </ac:spMkLst>
        </pc:spChg>
        <pc:spChg chg="add">
          <ac:chgData name="miguel angel rosa caparros" userId="6741db27d5d00a46" providerId="LiveId" clId="{041D3830-87B5-4249-BA1D-8310887B196B}" dt="2026-02-04T11:42:20.120" v="969" actId="26606"/>
          <ac:spMkLst>
            <pc:docMk/>
            <pc:sldMk cId="0" sldId="274"/>
            <ac:spMk id="14" creationId="{375E0459-6403-40CD-989D-56A4407CA12E}"/>
          </ac:spMkLst>
        </pc:spChg>
        <pc:spChg chg="add">
          <ac:chgData name="miguel angel rosa caparros" userId="6741db27d5d00a46" providerId="LiveId" clId="{041D3830-87B5-4249-BA1D-8310887B196B}" dt="2026-02-04T11:42:20.120" v="969" actId="26606"/>
          <ac:spMkLst>
            <pc:docMk/>
            <pc:sldMk cId="0" sldId="274"/>
            <ac:spMk id="16" creationId="{53E5B1A8-3AC9-4BD1-9BBC-78CA94F2D1BA}"/>
          </ac:spMkLst>
        </pc:spChg>
      </pc:sldChg>
      <pc:sldChg chg="addSp delSp modSp mod setBg">
        <pc:chgData name="miguel angel rosa caparros" userId="6741db27d5d00a46" providerId="LiveId" clId="{041D3830-87B5-4249-BA1D-8310887B196B}" dt="2026-02-04T11:52:05.138" v="1201" actId="20577"/>
        <pc:sldMkLst>
          <pc:docMk/>
          <pc:sldMk cId="0" sldId="275"/>
        </pc:sldMkLst>
        <pc:spChg chg="mod">
          <ac:chgData name="miguel angel rosa caparros" userId="6741db27d5d00a46" providerId="LiveId" clId="{041D3830-87B5-4249-BA1D-8310887B196B}" dt="2026-02-04T11:42:44.226" v="975" actId="26606"/>
          <ac:spMkLst>
            <pc:docMk/>
            <pc:sldMk cId="0" sldId="275"/>
            <ac:spMk id="2" creationId="{00000000-0000-0000-0000-000000000000}"/>
          </ac:spMkLst>
        </pc:spChg>
        <pc:spChg chg="mod">
          <ac:chgData name="miguel angel rosa caparros" userId="6741db27d5d00a46" providerId="LiveId" clId="{041D3830-87B5-4249-BA1D-8310887B196B}" dt="2026-02-04T11:52:05.138" v="1201" actId="20577"/>
          <ac:spMkLst>
            <pc:docMk/>
            <pc:sldMk cId="0" sldId="275"/>
            <ac:spMk id="3" creationId="{00000000-0000-0000-0000-000000000000}"/>
          </ac:spMkLst>
        </pc:spChg>
        <pc:spChg chg="add del">
          <ac:chgData name="miguel angel rosa caparros" userId="6741db27d5d00a46" providerId="LiveId" clId="{041D3830-87B5-4249-BA1D-8310887B196B}" dt="2026-02-04T11:42:44.231" v="976" actId="26606"/>
          <ac:spMkLst>
            <pc:docMk/>
            <pc:sldMk cId="0" sldId="275"/>
            <ac:spMk id="8" creationId="{1B15ED52-F352-441B-82BF-E0EA34836D08}"/>
          </ac:spMkLst>
        </pc:spChg>
        <pc:spChg chg="add del">
          <ac:chgData name="miguel angel rosa caparros" userId="6741db27d5d00a46" providerId="LiveId" clId="{041D3830-87B5-4249-BA1D-8310887B196B}" dt="2026-02-04T11:42:44.231" v="976" actId="26606"/>
          <ac:spMkLst>
            <pc:docMk/>
            <pc:sldMk cId="0" sldId="275"/>
            <ac:spMk id="10" creationId="{3B2E3793-BFE6-45A2-9B7B-E18844431C99}"/>
          </ac:spMkLst>
        </pc:spChg>
        <pc:spChg chg="add del">
          <ac:chgData name="miguel angel rosa caparros" userId="6741db27d5d00a46" providerId="LiveId" clId="{041D3830-87B5-4249-BA1D-8310887B196B}" dt="2026-02-04T11:42:44.231" v="976" actId="26606"/>
          <ac:spMkLst>
            <pc:docMk/>
            <pc:sldMk cId="0" sldId="275"/>
            <ac:spMk id="12" creationId="{BC4C4868-CB8F-4AF9-9CDB-8108F2C19B67}"/>
          </ac:spMkLst>
        </pc:spChg>
        <pc:spChg chg="add del">
          <ac:chgData name="miguel angel rosa caparros" userId="6741db27d5d00a46" providerId="LiveId" clId="{041D3830-87B5-4249-BA1D-8310887B196B}" dt="2026-02-04T11:42:44.231" v="976" actId="26606"/>
          <ac:spMkLst>
            <pc:docMk/>
            <pc:sldMk cId="0" sldId="275"/>
            <ac:spMk id="14" creationId="{375E0459-6403-40CD-989D-56A4407CA12E}"/>
          </ac:spMkLst>
        </pc:spChg>
        <pc:spChg chg="add del">
          <ac:chgData name="miguel angel rosa caparros" userId="6741db27d5d00a46" providerId="LiveId" clId="{041D3830-87B5-4249-BA1D-8310887B196B}" dt="2026-02-04T11:42:44.231" v="976" actId="26606"/>
          <ac:spMkLst>
            <pc:docMk/>
            <pc:sldMk cId="0" sldId="275"/>
            <ac:spMk id="16" creationId="{53E5B1A8-3AC9-4BD1-9BBC-78CA94F2D1BA}"/>
          </ac:spMkLst>
        </pc:spChg>
        <pc:spChg chg="add del">
          <ac:chgData name="miguel angel rosa caparros" userId="6741db27d5d00a46" providerId="LiveId" clId="{041D3830-87B5-4249-BA1D-8310887B196B}" dt="2026-02-04T11:42:44.226" v="975" actId="26606"/>
          <ac:spMkLst>
            <pc:docMk/>
            <pc:sldMk cId="0" sldId="275"/>
            <ac:spMk id="25" creationId="{86909FA0-B515-4681-B7A8-FA281D133B94}"/>
          </ac:spMkLst>
        </pc:spChg>
        <pc:spChg chg="add del">
          <ac:chgData name="miguel angel rosa caparros" userId="6741db27d5d00a46" providerId="LiveId" clId="{041D3830-87B5-4249-BA1D-8310887B196B}" dt="2026-02-04T11:42:44.226" v="975" actId="26606"/>
          <ac:spMkLst>
            <pc:docMk/>
            <pc:sldMk cId="0" sldId="275"/>
            <ac:spMk id="29" creationId="{7D96243B-ECED-4B71-8E06-AE9A285EAD20}"/>
          </ac:spMkLst>
        </pc:spChg>
        <pc:spChg chg="add del">
          <ac:chgData name="miguel angel rosa caparros" userId="6741db27d5d00a46" providerId="LiveId" clId="{041D3830-87B5-4249-BA1D-8310887B196B}" dt="2026-02-04T11:42:44.226" v="975" actId="26606"/>
          <ac:spMkLst>
            <pc:docMk/>
            <pc:sldMk cId="0" sldId="275"/>
            <ac:spMk id="31" creationId="{A09989E4-EFDC-4A90-A633-E0525FB4139E}"/>
          </ac:spMkLst>
        </pc:spChg>
        <pc:spChg chg="add">
          <ac:chgData name="miguel angel rosa caparros" userId="6741db27d5d00a46" providerId="LiveId" clId="{041D3830-87B5-4249-BA1D-8310887B196B}" dt="2026-02-04T11:42:44.231" v="976" actId="26606"/>
          <ac:spMkLst>
            <pc:docMk/>
            <pc:sldMk cId="0" sldId="275"/>
            <ac:spMk id="33" creationId="{1B15ED52-F352-441B-82BF-E0EA34836D08}"/>
          </ac:spMkLst>
        </pc:spChg>
        <pc:spChg chg="add">
          <ac:chgData name="miguel angel rosa caparros" userId="6741db27d5d00a46" providerId="LiveId" clId="{041D3830-87B5-4249-BA1D-8310887B196B}" dt="2026-02-04T11:42:44.231" v="976" actId="26606"/>
          <ac:spMkLst>
            <pc:docMk/>
            <pc:sldMk cId="0" sldId="275"/>
            <ac:spMk id="34" creationId="{3B2E3793-BFE6-45A2-9B7B-E18844431C99}"/>
          </ac:spMkLst>
        </pc:spChg>
        <pc:spChg chg="add">
          <ac:chgData name="miguel angel rosa caparros" userId="6741db27d5d00a46" providerId="LiveId" clId="{041D3830-87B5-4249-BA1D-8310887B196B}" dt="2026-02-04T11:42:44.231" v="976" actId="26606"/>
          <ac:spMkLst>
            <pc:docMk/>
            <pc:sldMk cId="0" sldId="275"/>
            <ac:spMk id="35" creationId="{BC4C4868-CB8F-4AF9-9CDB-8108F2C19B67}"/>
          </ac:spMkLst>
        </pc:spChg>
        <pc:spChg chg="add">
          <ac:chgData name="miguel angel rosa caparros" userId="6741db27d5d00a46" providerId="LiveId" clId="{041D3830-87B5-4249-BA1D-8310887B196B}" dt="2026-02-04T11:42:44.231" v="976" actId="26606"/>
          <ac:spMkLst>
            <pc:docMk/>
            <pc:sldMk cId="0" sldId="275"/>
            <ac:spMk id="36" creationId="{375E0459-6403-40CD-989D-56A4407CA12E}"/>
          </ac:spMkLst>
        </pc:spChg>
        <pc:spChg chg="add">
          <ac:chgData name="miguel angel rosa caparros" userId="6741db27d5d00a46" providerId="LiveId" clId="{041D3830-87B5-4249-BA1D-8310887B196B}" dt="2026-02-04T11:42:44.231" v="976" actId="26606"/>
          <ac:spMkLst>
            <pc:docMk/>
            <pc:sldMk cId="0" sldId="275"/>
            <ac:spMk id="37" creationId="{53E5B1A8-3AC9-4BD1-9BBC-78CA94F2D1BA}"/>
          </ac:spMkLst>
        </pc:spChg>
      </pc:sldChg>
      <pc:sldChg chg="addSp modSp mod setBg">
        <pc:chgData name="miguel angel rosa caparros" userId="6741db27d5d00a46" providerId="LiveId" clId="{041D3830-87B5-4249-BA1D-8310887B196B}" dt="2026-02-04T11:52:24.517" v="1204" actId="20577"/>
        <pc:sldMkLst>
          <pc:docMk/>
          <pc:sldMk cId="0" sldId="276"/>
        </pc:sldMkLst>
        <pc:spChg chg="mod">
          <ac:chgData name="miguel angel rosa caparros" userId="6741db27d5d00a46" providerId="LiveId" clId="{041D3830-87B5-4249-BA1D-8310887B196B}" dt="2026-02-04T11:42:27.764" v="971" actId="26606"/>
          <ac:spMkLst>
            <pc:docMk/>
            <pc:sldMk cId="0" sldId="276"/>
            <ac:spMk id="2" creationId="{00000000-0000-0000-0000-000000000000}"/>
          </ac:spMkLst>
        </pc:spChg>
        <pc:spChg chg="mod">
          <ac:chgData name="miguel angel rosa caparros" userId="6741db27d5d00a46" providerId="LiveId" clId="{041D3830-87B5-4249-BA1D-8310887B196B}" dt="2026-02-04T11:52:24.517" v="1204" actId="20577"/>
          <ac:spMkLst>
            <pc:docMk/>
            <pc:sldMk cId="0" sldId="276"/>
            <ac:spMk id="3" creationId="{00000000-0000-0000-0000-000000000000}"/>
          </ac:spMkLst>
        </pc:spChg>
        <pc:spChg chg="add">
          <ac:chgData name="miguel angel rosa caparros" userId="6741db27d5d00a46" providerId="LiveId" clId="{041D3830-87B5-4249-BA1D-8310887B196B}" dt="2026-02-04T11:42:27.764" v="971" actId="26606"/>
          <ac:spMkLst>
            <pc:docMk/>
            <pc:sldMk cId="0" sldId="276"/>
            <ac:spMk id="8" creationId="{1B15ED52-F352-441B-82BF-E0EA34836D08}"/>
          </ac:spMkLst>
        </pc:spChg>
        <pc:spChg chg="add">
          <ac:chgData name="miguel angel rosa caparros" userId="6741db27d5d00a46" providerId="LiveId" clId="{041D3830-87B5-4249-BA1D-8310887B196B}" dt="2026-02-04T11:42:27.764" v="971" actId="26606"/>
          <ac:spMkLst>
            <pc:docMk/>
            <pc:sldMk cId="0" sldId="276"/>
            <ac:spMk id="10" creationId="{3B2E3793-BFE6-45A2-9B7B-E18844431C99}"/>
          </ac:spMkLst>
        </pc:spChg>
        <pc:spChg chg="add">
          <ac:chgData name="miguel angel rosa caparros" userId="6741db27d5d00a46" providerId="LiveId" clId="{041D3830-87B5-4249-BA1D-8310887B196B}" dt="2026-02-04T11:42:27.764" v="971" actId="26606"/>
          <ac:spMkLst>
            <pc:docMk/>
            <pc:sldMk cId="0" sldId="276"/>
            <ac:spMk id="12" creationId="{BC4C4868-CB8F-4AF9-9CDB-8108F2C19B67}"/>
          </ac:spMkLst>
        </pc:spChg>
        <pc:spChg chg="add">
          <ac:chgData name="miguel angel rosa caparros" userId="6741db27d5d00a46" providerId="LiveId" clId="{041D3830-87B5-4249-BA1D-8310887B196B}" dt="2026-02-04T11:42:27.764" v="971" actId="26606"/>
          <ac:spMkLst>
            <pc:docMk/>
            <pc:sldMk cId="0" sldId="276"/>
            <ac:spMk id="14" creationId="{375E0459-6403-40CD-989D-56A4407CA12E}"/>
          </ac:spMkLst>
        </pc:spChg>
        <pc:spChg chg="add">
          <ac:chgData name="miguel angel rosa caparros" userId="6741db27d5d00a46" providerId="LiveId" clId="{041D3830-87B5-4249-BA1D-8310887B196B}" dt="2026-02-04T11:42:27.764" v="971" actId="26606"/>
          <ac:spMkLst>
            <pc:docMk/>
            <pc:sldMk cId="0" sldId="276"/>
            <ac:spMk id="16" creationId="{53E5B1A8-3AC9-4BD1-9BBC-78CA94F2D1B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360218"/>
            <a:ext cx="9190182" cy="3306618"/>
          </a:xfrm>
        </p:spPr>
        <p:txBody>
          <a:bodyPr anchor="t">
            <a:normAutofit/>
          </a:bodyPr>
          <a:lstStyle/>
          <a:p>
            <a:pPr>
              <a:defRPr sz="3400" b="1">
                <a:solidFill>
                  <a:srgbClr val="19376E"/>
                </a:solidFill>
              </a:defRPr>
            </a:pPr>
            <a:br>
              <a:rPr lang="es-ES" sz="7300" dirty="0"/>
            </a:br>
            <a:r>
              <a:rPr lang="es-ES" sz="7300" dirty="0" err="1"/>
              <a:t>OverTheWire</a:t>
            </a:r>
            <a:r>
              <a:rPr lang="es-ES" sz="7300" dirty="0"/>
              <a:t> - </a:t>
            </a:r>
            <a:r>
              <a:rPr lang="es-ES" sz="7300" dirty="0" err="1"/>
              <a:t>Bandit</a:t>
            </a:r>
            <a:endParaRPr lang="es-ES" sz="7300" dirty="0"/>
          </a:p>
        </p:txBody>
      </p:sp>
      <p:sp>
        <p:nvSpPr>
          <p:cNvPr id="19" name="Rectangle 1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4374554"/>
            <a:ext cx="9144005"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105491" y="4374554"/>
            <a:ext cx="3038508"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9143988"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 y="4380927"/>
            <a:ext cx="9144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997323" y="4892722"/>
            <a:ext cx="4790367" cy="1078173"/>
          </a:xfrm>
        </p:spPr>
        <p:txBody>
          <a:bodyPr anchor="ctr">
            <a:normAutofit/>
          </a:bodyPr>
          <a:lstStyle/>
          <a:p>
            <a:pPr algn="l">
              <a:defRPr sz="2000">
                <a:solidFill>
                  <a:srgbClr val="3C3C3C"/>
                </a:solidFill>
              </a:defRPr>
            </a:pPr>
            <a:r>
              <a:rPr lang="es-ES" sz="2000">
                <a:solidFill>
                  <a:srgbClr val="FFFFFF"/>
                </a:solidFill>
              </a:rPr>
              <a:t>Linux · Redes · Seguridad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0 → 1 🎯 Conectar a un servidor remoto.🐧 SSH · Acceso básico</a:t>
            </a: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221673" y="1814945"/>
            <a:ext cx="8799485" cy="4470400"/>
          </a:xfrm>
        </p:spPr>
        <p:txBody>
          <a:bodyPr anchor="ctr">
            <a:normAutofit/>
          </a:bodyPr>
          <a:lstStyle/>
          <a:p>
            <a:pPr marL="0" indent="0">
              <a:buNone/>
            </a:pPr>
            <a:r>
              <a:rPr lang="es-ES" sz="1700" b="1" dirty="0"/>
              <a:t>Objetivo del nivel</a:t>
            </a:r>
            <a:endParaRPr lang="es-ES" sz="1700" dirty="0"/>
          </a:p>
          <a:p>
            <a:pPr marL="0" indent="0">
              <a:buNone/>
            </a:pPr>
            <a:r>
              <a:rPr lang="es-ES" sz="1700" dirty="0"/>
              <a:t>La contraseña para el siguiente nivel se encuentra en un archivo llamado «</a:t>
            </a:r>
            <a:r>
              <a:rPr lang="es-ES" sz="1700" dirty="0" err="1"/>
              <a:t>readme</a:t>
            </a:r>
            <a:r>
              <a:rPr lang="es-ES" sz="1700" dirty="0"/>
              <a:t>» ubicado en el directorio de inicio. Utiliza esta contraseña para iniciar sesión en bandit1 mediante SSH. Cada vez que encuentres la contraseña de un nivel, utiliza SSH (en el puerto 2220) para iniciar sesión en ese nivel y continuar el juego.</a:t>
            </a:r>
          </a:p>
          <a:p>
            <a:pPr marL="0" indent="0">
              <a:buNone/>
            </a:pPr>
            <a:endParaRPr lang="es-ES" sz="1700" b="1" dirty="0"/>
          </a:p>
          <a:p>
            <a:pPr marL="0" indent="0">
              <a:buNone/>
            </a:pPr>
            <a:r>
              <a:rPr lang="es-ES" sz="1700" b="1" dirty="0"/>
              <a:t>Comandos que puedes necesitar para resolver este nivel</a:t>
            </a:r>
            <a:br>
              <a:rPr lang="es-ES" sz="1700" dirty="0"/>
            </a:br>
            <a:r>
              <a:rPr lang="es-ES" sz="1700" dirty="0" err="1"/>
              <a:t>ls</a:t>
            </a:r>
            <a:r>
              <a:rPr lang="es-ES" sz="1700" dirty="0"/>
              <a:t> , cd , </a:t>
            </a:r>
            <a:r>
              <a:rPr lang="es-ES" sz="1700" dirty="0" err="1"/>
              <a:t>cat</a:t>
            </a:r>
            <a:r>
              <a:rPr lang="es-ES" sz="1700" dirty="0"/>
              <a:t> , file , du , </a:t>
            </a:r>
            <a:r>
              <a:rPr lang="es-ES" sz="1700" dirty="0" err="1"/>
              <a:t>find</a:t>
            </a:r>
            <a:endParaRPr lang="es-ES" sz="1700" dirty="0"/>
          </a:p>
          <a:p>
            <a:pPr marL="0" indent="0">
              <a:buNone/>
              <a:defRPr sz="2000">
                <a:solidFill>
                  <a:srgbClr val="3C3C3C"/>
                </a:solidFill>
              </a:defRPr>
            </a:pPr>
            <a:endParaRPr lang="es-E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1 → 2 🎯 Leer archivos con caracteres especiales y 🐧 Sistema de archivos</a:t>
            </a: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143164" y="2105890"/>
            <a:ext cx="8857671" cy="4036291"/>
          </a:xfrm>
        </p:spPr>
        <p:txBody>
          <a:bodyPr anchor="ctr">
            <a:normAutofit/>
          </a:bodyPr>
          <a:lstStyle/>
          <a:p>
            <a:pPr marL="0" indent="0">
              <a:buNone/>
            </a:pPr>
            <a:r>
              <a:rPr lang="es-ES" sz="1700" b="1" dirty="0"/>
              <a:t>Objetivo del nivel</a:t>
            </a:r>
            <a:br>
              <a:rPr lang="es-ES" sz="1700" dirty="0"/>
            </a:br>
            <a:r>
              <a:rPr lang="es-ES" sz="1700" dirty="0"/>
              <a:t>La contraseña para el siguiente nivel se encuentra almacenada en un archivo llamado “-”, ubicado en el directorio de inicio.</a:t>
            </a:r>
          </a:p>
          <a:p>
            <a:pPr marL="0" indent="0">
              <a:buNone/>
            </a:pPr>
            <a:endParaRPr lang="es-ES" sz="1700" b="1" dirty="0"/>
          </a:p>
          <a:p>
            <a:pPr marL="0" indent="0">
              <a:buNone/>
            </a:pPr>
            <a:r>
              <a:rPr lang="es-ES" sz="1700" b="1" dirty="0"/>
              <a:t>Comandos que pueden ser necesarios para resolver este nivel</a:t>
            </a:r>
            <a:br>
              <a:rPr lang="es-ES" sz="1700" dirty="0"/>
            </a:br>
            <a:r>
              <a:rPr lang="es-ES" sz="1700" dirty="0" err="1"/>
              <a:t>ls</a:t>
            </a:r>
            <a:r>
              <a:rPr lang="es-ES" sz="1700" dirty="0"/>
              <a:t> , cd , </a:t>
            </a:r>
            <a:r>
              <a:rPr lang="es-ES" sz="1700" dirty="0" err="1"/>
              <a:t>cat</a:t>
            </a:r>
            <a:r>
              <a:rPr lang="es-ES" sz="1700" dirty="0"/>
              <a:t> , file , du , </a:t>
            </a:r>
            <a:r>
              <a:rPr lang="es-ES" sz="1700" dirty="0" err="1"/>
              <a:t>find</a:t>
            </a:r>
            <a:endParaRPr lang="es-ES" sz="1700" dirty="0"/>
          </a:p>
          <a:p>
            <a:pPr marL="0" indent="0">
              <a:buNone/>
            </a:pPr>
            <a:endParaRPr lang="es-ES" sz="1700" b="1" dirty="0"/>
          </a:p>
          <a:p>
            <a:pPr marL="0" indent="0">
              <a:buNone/>
            </a:pPr>
            <a:r>
              <a:rPr lang="es-ES" sz="1700" b="1" dirty="0"/>
              <a:t>Material de lectura útil</a:t>
            </a:r>
            <a:br>
              <a:rPr lang="es-ES" sz="1700" dirty="0"/>
            </a:br>
            <a:r>
              <a:rPr lang="es-ES" sz="1700" dirty="0"/>
              <a:t>Búsqueda en Google de «nombre de archivo tachado»</a:t>
            </a:r>
            <a:br>
              <a:rPr lang="es-ES" sz="1700" dirty="0"/>
            </a:br>
            <a:r>
              <a:rPr lang="es-ES" sz="1700" dirty="0"/>
              <a:t>Guía avanzada de scripts </a:t>
            </a:r>
            <a:r>
              <a:rPr lang="es-ES" sz="1700" dirty="0" err="1"/>
              <a:t>Bash</a:t>
            </a:r>
            <a:r>
              <a:rPr lang="es-ES" sz="1700" dirty="0"/>
              <a:t> - Capítulo 3 - Caracteres especiales</a:t>
            </a:r>
          </a:p>
          <a:p>
            <a:pPr marL="0" indent="0">
              <a:buNone/>
              <a:defRPr sz="2000">
                <a:solidFill>
                  <a:srgbClr val="3C3C3C"/>
                </a:solidFill>
              </a:defRPr>
            </a:pPr>
            <a:endParaRPr lang="es-ES" sz="1700" dirty="0"/>
          </a:p>
          <a:p>
            <a:pPr>
              <a:defRPr sz="2000">
                <a:solidFill>
                  <a:srgbClr val="3C3C3C"/>
                </a:solidFill>
              </a:defRPr>
            </a:pPr>
            <a:endParaRPr lang="es-E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2 → 3 🎯 Manejar nombres con espacios. 🐧 Shell</a:t>
            </a: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212435" y="1805709"/>
            <a:ext cx="8672947" cy="4285673"/>
          </a:xfrm>
        </p:spPr>
        <p:txBody>
          <a:bodyPr anchor="ctr">
            <a:normAutofit/>
          </a:bodyPr>
          <a:lstStyle/>
          <a:p>
            <a:pPr marL="0" indent="0">
              <a:buNone/>
            </a:pPr>
            <a:r>
              <a:rPr lang="es-ES" sz="1700" b="1" dirty="0"/>
              <a:t>Objetivo del nivel</a:t>
            </a:r>
            <a:br>
              <a:rPr lang="es-ES" sz="1700" dirty="0"/>
            </a:br>
            <a:r>
              <a:rPr lang="es-ES" sz="1700" dirty="0"/>
              <a:t>La contraseña para el siguiente nivel se encuentra almacenada en un archivo llamado "--</a:t>
            </a:r>
            <a:r>
              <a:rPr lang="es-ES" sz="1700" dirty="0" err="1"/>
              <a:t>spaces</a:t>
            </a:r>
            <a:r>
              <a:rPr lang="es-ES" sz="1700" dirty="0"/>
              <a:t> in </a:t>
            </a:r>
            <a:r>
              <a:rPr lang="es-ES" sz="1700" dirty="0" err="1"/>
              <a:t>this</a:t>
            </a:r>
            <a:r>
              <a:rPr lang="es-ES" sz="1700" dirty="0"/>
              <a:t> </a:t>
            </a:r>
            <a:r>
              <a:rPr lang="es-ES" sz="1700" dirty="0" err="1"/>
              <a:t>filename</a:t>
            </a:r>
            <a:r>
              <a:rPr lang="es-ES" sz="1700" dirty="0"/>
              <a:t>--" ubicado en el directorio de inicio.</a:t>
            </a:r>
          </a:p>
          <a:p>
            <a:pPr marL="0" indent="0">
              <a:buNone/>
            </a:pPr>
            <a:endParaRPr lang="es-ES" sz="1700" b="1" dirty="0"/>
          </a:p>
          <a:p>
            <a:pPr marL="0" indent="0">
              <a:buNone/>
            </a:pPr>
            <a:r>
              <a:rPr lang="es-ES" sz="1700" b="1" dirty="0"/>
              <a:t>Comandos que pueden ser necesarios para resolver este nivel</a:t>
            </a:r>
            <a:br>
              <a:rPr lang="es-ES" sz="1700" dirty="0"/>
            </a:br>
            <a:r>
              <a:rPr lang="es-ES" sz="1700" dirty="0" err="1"/>
              <a:t>ls</a:t>
            </a:r>
            <a:r>
              <a:rPr lang="es-ES" sz="1700" dirty="0"/>
              <a:t> , cd , </a:t>
            </a:r>
            <a:r>
              <a:rPr lang="es-ES" sz="1700" dirty="0" err="1"/>
              <a:t>cat</a:t>
            </a:r>
            <a:r>
              <a:rPr lang="es-ES" sz="1700" dirty="0"/>
              <a:t> , file , du , </a:t>
            </a:r>
            <a:r>
              <a:rPr lang="es-ES" sz="1700" dirty="0" err="1"/>
              <a:t>find</a:t>
            </a:r>
            <a:endParaRPr lang="es-ES" sz="1700" dirty="0"/>
          </a:p>
          <a:p>
            <a:pPr marL="0" indent="0">
              <a:buNone/>
            </a:pPr>
            <a:endParaRPr lang="es-ES" sz="1700" b="1" dirty="0"/>
          </a:p>
          <a:p>
            <a:pPr marL="0" indent="0">
              <a:buNone/>
            </a:pPr>
            <a:r>
              <a:rPr lang="es-ES" sz="1700" b="1" dirty="0"/>
              <a:t>Material de lectura útil</a:t>
            </a:r>
            <a:br>
              <a:rPr lang="es-ES" sz="1700" dirty="0"/>
            </a:br>
            <a:r>
              <a:rPr lang="es-ES" sz="1700" dirty="0"/>
              <a:t>Búsqueda en Google de «espacios en el nombre del archivo»</a:t>
            </a:r>
          </a:p>
          <a:p>
            <a:pPr marL="0" indent="0">
              <a:buNone/>
              <a:defRPr sz="2000">
                <a:solidFill>
                  <a:srgbClr val="3C3C3C"/>
                </a:solidFill>
              </a:defRPr>
            </a:pPr>
            <a:endParaRPr lang="es-E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3 → 4 🎯 Encontrar archivos ocultos.🐧 Convenciones Linux</a:t>
            </a: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212437" y="2082800"/>
            <a:ext cx="8705272" cy="4202545"/>
          </a:xfrm>
        </p:spPr>
        <p:txBody>
          <a:bodyPr anchor="ctr">
            <a:normAutofit/>
          </a:bodyPr>
          <a:lstStyle/>
          <a:p>
            <a:pPr marL="0" indent="0">
              <a:buNone/>
            </a:pPr>
            <a:r>
              <a:rPr lang="es-ES" sz="1700" b="1" dirty="0"/>
              <a:t>Objetivo del nivel</a:t>
            </a:r>
            <a:br>
              <a:rPr lang="es-ES" sz="1700" dirty="0"/>
            </a:br>
            <a:r>
              <a:rPr lang="es-ES" sz="1700" dirty="0"/>
              <a:t>La contraseña para el siguiente nivel se encuentra almacenada en un archivo oculto en el directorio </a:t>
            </a:r>
            <a:r>
              <a:rPr lang="es-ES" sz="1700" dirty="0" err="1"/>
              <a:t>inhere</a:t>
            </a:r>
            <a:r>
              <a:rPr lang="es-ES" sz="1700" dirty="0"/>
              <a:t>.</a:t>
            </a:r>
          </a:p>
          <a:p>
            <a:pPr marL="0" indent="0">
              <a:buNone/>
            </a:pPr>
            <a:endParaRPr lang="es-ES" sz="1700" b="1" dirty="0"/>
          </a:p>
          <a:p>
            <a:pPr marL="0" indent="0">
              <a:buNone/>
            </a:pPr>
            <a:r>
              <a:rPr lang="es-ES" sz="1700" b="1" dirty="0"/>
              <a:t>Comandos que puede necesitar para resolver este nivel</a:t>
            </a:r>
            <a:br>
              <a:rPr lang="es-ES" sz="1700" dirty="0"/>
            </a:br>
            <a:r>
              <a:rPr lang="es-ES" sz="1700" dirty="0" err="1"/>
              <a:t>ls</a:t>
            </a:r>
            <a:r>
              <a:rPr lang="es-ES" sz="1700" dirty="0"/>
              <a:t> , cd , </a:t>
            </a:r>
            <a:r>
              <a:rPr lang="es-ES" sz="1700" dirty="0" err="1"/>
              <a:t>cat</a:t>
            </a:r>
            <a:r>
              <a:rPr lang="es-ES" sz="1700" dirty="0"/>
              <a:t> , file , du , </a:t>
            </a:r>
            <a:r>
              <a:rPr lang="es-ES" sz="1700" dirty="0" err="1"/>
              <a:t>find</a:t>
            </a:r>
            <a:endParaRPr lang="es-ES" sz="1700" dirty="0"/>
          </a:p>
          <a:p>
            <a:pPr marL="0" indent="0">
              <a:buNone/>
            </a:pPr>
            <a:endParaRPr lang="es-ES" sz="1700" b="1" dirty="0"/>
          </a:p>
          <a:p>
            <a:pPr marL="0" indent="0">
              <a:buNone/>
            </a:pPr>
            <a:r>
              <a:rPr lang="es-ES" sz="1700" b="1" dirty="0"/>
              <a:t>Concepto clave previo: archivos ocultos en Linux</a:t>
            </a:r>
          </a:p>
          <a:p>
            <a:pPr marL="0" indent="0">
              <a:buNone/>
            </a:pPr>
            <a:r>
              <a:rPr lang="es-ES" sz="1700" dirty="0"/>
              <a:t>-No existe el concepto de “archivo oculto” por atributos como en Windows</a:t>
            </a:r>
          </a:p>
          <a:p>
            <a:pPr marL="0" indent="0">
              <a:buNone/>
            </a:pPr>
            <a:r>
              <a:rPr lang="es-ES" sz="1700" dirty="0"/>
              <a:t>-Un archivo es oculto </a:t>
            </a:r>
            <a:r>
              <a:rPr lang="es-ES" sz="1700" b="1" dirty="0"/>
              <a:t>únicamente por su nombre</a:t>
            </a:r>
            <a:endParaRPr lang="es-ES" sz="1700" dirty="0"/>
          </a:p>
          <a:p>
            <a:pPr marL="0" indent="0">
              <a:buNone/>
            </a:pPr>
            <a:r>
              <a:rPr lang="es-ES" sz="1700" dirty="0"/>
              <a:t>-Si empieza por . → no se muestra con </a:t>
            </a:r>
            <a:r>
              <a:rPr lang="es-ES" sz="1700" dirty="0" err="1"/>
              <a:t>ls</a:t>
            </a:r>
            <a:r>
              <a:rPr lang="es-ES" sz="1700" dirty="0"/>
              <a:t> normal</a:t>
            </a:r>
          </a:p>
          <a:p>
            <a:endParaRPr lang="es-ES" sz="1700" dirty="0"/>
          </a:p>
          <a:p>
            <a:pPr marL="0" indent="0">
              <a:buNone/>
              <a:defRPr sz="2000">
                <a:solidFill>
                  <a:srgbClr val="3C3C3C"/>
                </a:solidFill>
              </a:defRPr>
            </a:pPr>
            <a:endParaRPr lang="es-E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4 → 5 🎯 Distinguir texto y binarios.🐧 Tipos de archivo.</a:t>
            </a: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244764" y="1787236"/>
            <a:ext cx="8566727" cy="4488873"/>
          </a:xfrm>
        </p:spPr>
        <p:txBody>
          <a:bodyPr anchor="ctr">
            <a:normAutofit/>
          </a:bodyPr>
          <a:lstStyle/>
          <a:p>
            <a:pPr marL="0" indent="0">
              <a:lnSpc>
                <a:spcPct val="90000"/>
              </a:lnSpc>
              <a:buNone/>
            </a:pPr>
            <a:r>
              <a:rPr lang="es-ES" sz="1400" b="1" dirty="0"/>
              <a:t>Objetivo del nivel</a:t>
            </a:r>
            <a:br>
              <a:rPr lang="es-ES" sz="1400" dirty="0"/>
            </a:br>
            <a:r>
              <a:rPr lang="es-ES" sz="1400" dirty="0"/>
              <a:t>La contraseña para el siguiente nivel se encuentra almacenada en el único archivo legible por humanos del directorio </a:t>
            </a:r>
            <a:r>
              <a:rPr lang="es-ES" sz="1400" dirty="0" err="1"/>
              <a:t>inhere</a:t>
            </a:r>
            <a:r>
              <a:rPr lang="es-ES" sz="1400" dirty="0"/>
              <a:t>. Consejo: si tu terminal está desordenada, prueba con el comando «</a:t>
            </a:r>
            <a:r>
              <a:rPr lang="es-ES" sz="1400" dirty="0" err="1"/>
              <a:t>reset</a:t>
            </a:r>
            <a:r>
              <a:rPr lang="es-ES" sz="1400" dirty="0"/>
              <a:t>».</a:t>
            </a:r>
          </a:p>
          <a:p>
            <a:pPr marL="0" indent="0">
              <a:lnSpc>
                <a:spcPct val="90000"/>
              </a:lnSpc>
              <a:buNone/>
            </a:pPr>
            <a:endParaRPr lang="es-ES" sz="1400" b="1" dirty="0"/>
          </a:p>
          <a:p>
            <a:pPr marL="0" indent="0">
              <a:lnSpc>
                <a:spcPct val="90000"/>
              </a:lnSpc>
              <a:buNone/>
            </a:pPr>
            <a:r>
              <a:rPr lang="es-ES" sz="1400" b="1" dirty="0"/>
              <a:t>Comandos que puedes necesitar para resolver este nivel</a:t>
            </a:r>
            <a:br>
              <a:rPr lang="es-ES" sz="1400" dirty="0"/>
            </a:br>
            <a:r>
              <a:rPr lang="es-ES" sz="1400" dirty="0" err="1"/>
              <a:t>ls</a:t>
            </a:r>
            <a:r>
              <a:rPr lang="es-ES" sz="1400" dirty="0"/>
              <a:t> , cd , </a:t>
            </a:r>
            <a:r>
              <a:rPr lang="es-ES" sz="1400" dirty="0" err="1"/>
              <a:t>cat</a:t>
            </a:r>
            <a:r>
              <a:rPr lang="es-ES" sz="1400" dirty="0"/>
              <a:t> , file , du , </a:t>
            </a:r>
            <a:r>
              <a:rPr lang="es-ES" sz="1400" dirty="0" err="1"/>
              <a:t>find</a:t>
            </a:r>
            <a:endParaRPr lang="es-ES" sz="1400" dirty="0"/>
          </a:p>
          <a:p>
            <a:pPr marL="0" indent="0">
              <a:lnSpc>
                <a:spcPct val="90000"/>
              </a:lnSpc>
              <a:buNone/>
            </a:pPr>
            <a:endParaRPr lang="es-ES" sz="1400" b="1" dirty="0"/>
          </a:p>
          <a:p>
            <a:pPr marL="0" indent="0">
              <a:lnSpc>
                <a:spcPct val="90000"/>
              </a:lnSpc>
              <a:buNone/>
            </a:pPr>
            <a:r>
              <a:rPr lang="es-ES" sz="1400" b="1" dirty="0"/>
              <a:t>Concepto clave previo: ¿qué significa “human-</a:t>
            </a:r>
            <a:r>
              <a:rPr lang="es-ES" sz="1400" b="1" dirty="0" err="1"/>
              <a:t>readable</a:t>
            </a:r>
            <a:r>
              <a:rPr lang="es-ES" sz="1400" b="1" dirty="0"/>
              <a:t>”?</a:t>
            </a:r>
          </a:p>
          <a:p>
            <a:pPr marL="0" indent="0">
              <a:lnSpc>
                <a:spcPct val="90000"/>
              </a:lnSpc>
              <a:buNone/>
            </a:pPr>
            <a:r>
              <a:rPr lang="es-ES" sz="1400" dirty="0"/>
              <a:t>Un archivo “human-</a:t>
            </a:r>
            <a:r>
              <a:rPr lang="es-ES" sz="1400" dirty="0" err="1"/>
              <a:t>readable</a:t>
            </a:r>
            <a:r>
              <a:rPr lang="es-ES" sz="1400" dirty="0"/>
              <a:t>” suele ser:</a:t>
            </a:r>
          </a:p>
          <a:p>
            <a:pPr lvl="1">
              <a:lnSpc>
                <a:spcPct val="90000"/>
              </a:lnSpc>
            </a:pPr>
            <a:r>
              <a:rPr lang="es-ES" sz="1400" dirty="0"/>
              <a:t>Texto ASCII</a:t>
            </a:r>
          </a:p>
          <a:p>
            <a:pPr lvl="1">
              <a:lnSpc>
                <a:spcPct val="90000"/>
              </a:lnSpc>
            </a:pPr>
            <a:r>
              <a:rPr lang="es-ES" sz="1400" dirty="0"/>
              <a:t>Texto UTF-8</a:t>
            </a:r>
          </a:p>
          <a:p>
            <a:pPr lvl="1">
              <a:lnSpc>
                <a:spcPct val="90000"/>
              </a:lnSpc>
            </a:pPr>
            <a:r>
              <a:rPr lang="es-ES" sz="1400" dirty="0"/>
              <a:t>Texto plano legible con </a:t>
            </a:r>
            <a:r>
              <a:rPr lang="es-ES" sz="1400" dirty="0" err="1"/>
              <a:t>cat</a:t>
            </a:r>
            <a:r>
              <a:rPr lang="es-ES" sz="1400" dirty="0"/>
              <a:t>, </a:t>
            </a:r>
            <a:r>
              <a:rPr lang="es-ES" sz="1400" dirty="0" err="1"/>
              <a:t>less</a:t>
            </a:r>
            <a:r>
              <a:rPr lang="es-ES" sz="1400" dirty="0"/>
              <a:t>, etc.</a:t>
            </a:r>
          </a:p>
          <a:p>
            <a:pPr marL="0" indent="0">
              <a:lnSpc>
                <a:spcPct val="90000"/>
              </a:lnSpc>
              <a:buNone/>
            </a:pPr>
            <a:r>
              <a:rPr lang="es-ES" sz="1400" dirty="0"/>
              <a:t>NO son human-</a:t>
            </a:r>
            <a:r>
              <a:rPr lang="es-ES" sz="1400" dirty="0" err="1"/>
              <a:t>readable</a:t>
            </a:r>
            <a:r>
              <a:rPr lang="es-ES" sz="1400" dirty="0"/>
              <a:t>:</a:t>
            </a:r>
          </a:p>
          <a:p>
            <a:pPr lvl="1">
              <a:lnSpc>
                <a:spcPct val="90000"/>
              </a:lnSpc>
            </a:pPr>
            <a:r>
              <a:rPr lang="es-ES" sz="1400" dirty="0"/>
              <a:t>Archivos binarios</a:t>
            </a:r>
          </a:p>
          <a:p>
            <a:pPr lvl="1">
              <a:lnSpc>
                <a:spcPct val="90000"/>
              </a:lnSpc>
            </a:pPr>
            <a:r>
              <a:rPr lang="es-ES" sz="1400" dirty="0"/>
              <a:t>Datos aleatorios</a:t>
            </a:r>
          </a:p>
          <a:p>
            <a:pPr lvl="1">
              <a:lnSpc>
                <a:spcPct val="90000"/>
              </a:lnSpc>
            </a:pPr>
            <a:r>
              <a:rPr lang="es-ES" sz="1400" dirty="0"/>
              <a:t>Ficheros con bytes de control</a:t>
            </a:r>
          </a:p>
          <a:p>
            <a:pPr marL="0" indent="0">
              <a:lnSpc>
                <a:spcPct val="90000"/>
              </a:lnSpc>
              <a:buNone/>
            </a:pPr>
            <a:endParaRPr lang="es-ES" sz="1400" dirty="0"/>
          </a:p>
          <a:p>
            <a:pPr marL="0" indent="0">
              <a:lnSpc>
                <a:spcPct val="90000"/>
              </a:lnSpc>
              <a:buNone/>
            </a:pPr>
            <a:r>
              <a:rPr lang="es-ES" sz="1400" dirty="0"/>
              <a:t>Linux </a:t>
            </a:r>
            <a:r>
              <a:rPr lang="es-ES" sz="1400" b="1" dirty="0"/>
              <a:t>no usa extensiones obligatorias</a:t>
            </a:r>
            <a:r>
              <a:rPr lang="es-ES" sz="1400" dirty="0"/>
              <a:t>, por lo que hay que </a:t>
            </a:r>
            <a:r>
              <a:rPr lang="es-ES" sz="1400" b="1" dirty="0"/>
              <a:t>analizar el contenido</a:t>
            </a:r>
            <a:r>
              <a:rPr lang="es-ES" sz="1400" dirty="0"/>
              <a:t>.</a:t>
            </a:r>
          </a:p>
          <a:p>
            <a:pPr marL="0" indent="0">
              <a:lnSpc>
                <a:spcPct val="90000"/>
              </a:lnSpc>
              <a:buNone/>
              <a:defRPr sz="2000">
                <a:solidFill>
                  <a:srgbClr val="3C3C3C"/>
                </a:solidFill>
              </a:defRPr>
            </a:pPr>
            <a:endParaRPr lang="es-E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gn="l">
              <a:lnSpc>
                <a:spcPct val="90000"/>
              </a:lnSpc>
              <a:defRPr sz="3400" b="1">
                <a:solidFill>
                  <a:srgbClr val="19376E"/>
                </a:solidFill>
              </a:defRPr>
            </a:pPr>
            <a:r>
              <a:rPr lang="es-ES" sz="2200" dirty="0">
                <a:solidFill>
                  <a:srgbClr val="FFFFFF"/>
                </a:solidFill>
              </a:rPr>
              <a:t>Nivel 5 → 6 🎯 Buscar archivos por atributos. 🐧 </a:t>
            </a:r>
            <a:r>
              <a:rPr lang="es-ES" sz="2200" dirty="0" err="1">
                <a:solidFill>
                  <a:srgbClr val="FFFFFF"/>
                </a:solidFill>
              </a:rPr>
              <a:t>find</a:t>
            </a:r>
            <a:br>
              <a:rPr lang="es-ES" sz="2200" dirty="0">
                <a:solidFill>
                  <a:srgbClr val="FFFFFF"/>
                </a:solidFill>
              </a:rPr>
            </a:br>
            <a:endParaRPr lang="es-ES" sz="2200" dirty="0">
              <a:solidFill>
                <a:srgbClr val="FFFFFF"/>
              </a:solidFill>
            </a:endParaRPr>
          </a:p>
        </p:txBody>
      </p:sp>
      <p:sp>
        <p:nvSpPr>
          <p:cNvPr id="3" name="Content Placeholder 2"/>
          <p:cNvSpPr>
            <a:spLocks noGrp="1"/>
          </p:cNvSpPr>
          <p:nvPr>
            <p:ph idx="1"/>
          </p:nvPr>
        </p:nvSpPr>
        <p:spPr>
          <a:xfrm>
            <a:off x="212436" y="1958108"/>
            <a:ext cx="8799485" cy="4498109"/>
          </a:xfrm>
        </p:spPr>
        <p:txBody>
          <a:bodyPr anchor="ctr">
            <a:normAutofit/>
          </a:bodyPr>
          <a:lstStyle/>
          <a:p>
            <a:pPr marL="0" indent="0">
              <a:lnSpc>
                <a:spcPct val="90000"/>
              </a:lnSpc>
              <a:buNone/>
            </a:pPr>
            <a:r>
              <a:rPr lang="es-ES" sz="1300" b="1" dirty="0"/>
              <a:t>Objetivo del nivel</a:t>
            </a:r>
            <a:br>
              <a:rPr lang="es-ES" sz="1300" dirty="0"/>
            </a:br>
            <a:r>
              <a:rPr lang="es-ES" sz="1300" dirty="0"/>
              <a:t>La contraseña para el siguiente nivel está almacenada en un archivo en algún lugar del directorio </a:t>
            </a:r>
            <a:r>
              <a:rPr lang="es-ES" sz="1300" dirty="0" err="1"/>
              <a:t>inhere</a:t>
            </a:r>
            <a:r>
              <a:rPr lang="es-ES" sz="1300" dirty="0"/>
              <a:t> y tiene las siguientes propiedades:</a:t>
            </a:r>
          </a:p>
          <a:p>
            <a:pPr marL="0" indent="0">
              <a:lnSpc>
                <a:spcPct val="90000"/>
              </a:lnSpc>
              <a:buNone/>
            </a:pPr>
            <a:r>
              <a:rPr lang="es-ES" sz="1300" b="1" dirty="0"/>
              <a:t>legible para humanos:</a:t>
            </a:r>
            <a:endParaRPr lang="es-ES" sz="1300" dirty="0"/>
          </a:p>
          <a:p>
            <a:pPr marL="0" indent="0">
              <a:lnSpc>
                <a:spcPct val="90000"/>
              </a:lnSpc>
              <a:buNone/>
            </a:pPr>
            <a:r>
              <a:rPr lang="es-ES" sz="1300" dirty="0"/>
              <a:t>  - 1033 bytes de tamaño</a:t>
            </a:r>
          </a:p>
          <a:p>
            <a:pPr marL="0" indent="0">
              <a:lnSpc>
                <a:spcPct val="90000"/>
              </a:lnSpc>
              <a:buNone/>
            </a:pPr>
            <a:r>
              <a:rPr lang="es-ES" sz="1300" dirty="0"/>
              <a:t>  - no ejecutable</a:t>
            </a:r>
          </a:p>
          <a:p>
            <a:pPr marL="0" indent="0">
              <a:lnSpc>
                <a:spcPct val="90000"/>
              </a:lnSpc>
              <a:buNone/>
            </a:pPr>
            <a:endParaRPr lang="es-ES" sz="1300" b="1" dirty="0"/>
          </a:p>
          <a:p>
            <a:pPr marL="0" indent="0">
              <a:lnSpc>
                <a:spcPct val="90000"/>
              </a:lnSpc>
              <a:buNone/>
            </a:pPr>
            <a:r>
              <a:rPr lang="es-ES" sz="1300" b="1" dirty="0"/>
              <a:t>Comandos que puede necesitar para resolver este nivel</a:t>
            </a:r>
            <a:br>
              <a:rPr lang="es-ES" sz="1300" dirty="0"/>
            </a:br>
            <a:r>
              <a:rPr lang="es-ES" sz="1300" dirty="0" err="1"/>
              <a:t>ls</a:t>
            </a:r>
            <a:r>
              <a:rPr lang="es-ES" sz="1300" dirty="0"/>
              <a:t> , cd , </a:t>
            </a:r>
            <a:r>
              <a:rPr lang="es-ES" sz="1300" dirty="0" err="1"/>
              <a:t>cat</a:t>
            </a:r>
            <a:r>
              <a:rPr lang="es-ES" sz="1300" dirty="0"/>
              <a:t> , file , du , </a:t>
            </a:r>
            <a:r>
              <a:rPr lang="es-ES" sz="1300" dirty="0" err="1"/>
              <a:t>find</a:t>
            </a:r>
            <a:endParaRPr lang="es-ES" sz="1300" dirty="0"/>
          </a:p>
          <a:p>
            <a:pPr marL="0" indent="0">
              <a:lnSpc>
                <a:spcPct val="90000"/>
              </a:lnSpc>
              <a:buNone/>
            </a:pPr>
            <a:endParaRPr lang="es-ES" sz="1300" b="1" dirty="0"/>
          </a:p>
          <a:p>
            <a:pPr marL="0" indent="0">
              <a:lnSpc>
                <a:spcPct val="90000"/>
              </a:lnSpc>
              <a:buNone/>
            </a:pPr>
            <a:r>
              <a:rPr lang="es-ES" sz="1300" b="1" dirty="0"/>
              <a:t>Concepto clave previo: por qué </a:t>
            </a:r>
            <a:r>
              <a:rPr lang="es-ES" sz="1300" b="1" dirty="0" err="1"/>
              <a:t>ls</a:t>
            </a:r>
            <a:r>
              <a:rPr lang="es-ES" sz="1300" b="1" dirty="0"/>
              <a:t> ya no sirve</a:t>
            </a:r>
          </a:p>
          <a:p>
            <a:pPr marL="0" indent="0">
              <a:lnSpc>
                <a:spcPct val="90000"/>
              </a:lnSpc>
              <a:buNone/>
            </a:pPr>
            <a:r>
              <a:rPr lang="es-ES" sz="1300" dirty="0"/>
              <a:t>Cuando:</a:t>
            </a:r>
          </a:p>
          <a:p>
            <a:pPr marL="0" indent="0">
              <a:lnSpc>
                <a:spcPct val="90000"/>
              </a:lnSpc>
              <a:buNone/>
            </a:pPr>
            <a:r>
              <a:rPr lang="es-ES" sz="1300" dirty="0"/>
              <a:t>   - Hay </a:t>
            </a:r>
            <a:r>
              <a:rPr lang="es-ES" sz="1300" b="1" dirty="0"/>
              <a:t>muchos subdirectorios</a:t>
            </a:r>
            <a:endParaRPr lang="es-ES" sz="1300" dirty="0"/>
          </a:p>
          <a:p>
            <a:pPr marL="0" indent="0">
              <a:lnSpc>
                <a:spcPct val="90000"/>
              </a:lnSpc>
              <a:buNone/>
            </a:pPr>
            <a:r>
              <a:rPr lang="es-ES" sz="1300" dirty="0"/>
              <a:t>   - El archivo </a:t>
            </a:r>
            <a:r>
              <a:rPr lang="es-ES" sz="1300" b="1" dirty="0"/>
              <a:t>no tiene nombre conocido</a:t>
            </a:r>
            <a:endParaRPr lang="es-ES" sz="1300" dirty="0"/>
          </a:p>
          <a:p>
            <a:pPr marL="0" indent="0">
              <a:lnSpc>
                <a:spcPct val="90000"/>
              </a:lnSpc>
              <a:buNone/>
            </a:pPr>
            <a:r>
              <a:rPr lang="es-ES" sz="1300" dirty="0"/>
              <a:t>   - Se requieren </a:t>
            </a:r>
            <a:r>
              <a:rPr lang="es-ES" sz="1300" b="1" dirty="0"/>
              <a:t>criterios exactos</a:t>
            </a:r>
            <a:endParaRPr lang="es-ES" sz="1300" dirty="0"/>
          </a:p>
          <a:p>
            <a:pPr marL="0" indent="0">
              <a:lnSpc>
                <a:spcPct val="90000"/>
              </a:lnSpc>
              <a:buNone/>
            </a:pPr>
            <a:endParaRPr lang="es-ES" sz="1300" dirty="0"/>
          </a:p>
          <a:p>
            <a:pPr marL="0" indent="0">
              <a:lnSpc>
                <a:spcPct val="90000"/>
              </a:lnSpc>
              <a:buNone/>
            </a:pPr>
            <a:r>
              <a:rPr lang="es-ES" sz="1300" dirty="0"/>
              <a:t>“</a:t>
            </a:r>
            <a:r>
              <a:rPr lang="es-ES" sz="1300" dirty="0" err="1"/>
              <a:t>ls</a:t>
            </a:r>
            <a:r>
              <a:rPr lang="es-ES" sz="1300" dirty="0"/>
              <a:t>” deja de ser útil.</a:t>
            </a:r>
          </a:p>
          <a:p>
            <a:pPr marL="0" indent="0">
              <a:lnSpc>
                <a:spcPct val="90000"/>
              </a:lnSpc>
              <a:buNone/>
            </a:pPr>
            <a:endParaRPr lang="es-ES" sz="1300" dirty="0"/>
          </a:p>
          <a:p>
            <a:pPr marL="0" indent="0">
              <a:lnSpc>
                <a:spcPct val="90000"/>
              </a:lnSpc>
              <a:buNone/>
            </a:pPr>
            <a:r>
              <a:rPr lang="es-ES" sz="1300" dirty="0"/>
              <a:t>En entornos reales (servidores, auditorías, forense, DevOps), </a:t>
            </a:r>
            <a:r>
              <a:rPr lang="es-ES" sz="1300" b="1" dirty="0" err="1"/>
              <a:t>find</a:t>
            </a:r>
            <a:r>
              <a:rPr lang="es-ES" sz="1300" b="1" dirty="0"/>
              <a:t> es la herramienta correcta</a:t>
            </a:r>
            <a:r>
              <a:rPr lang="es-ES" sz="1300" dirty="0"/>
              <a:t>.</a:t>
            </a:r>
          </a:p>
          <a:p>
            <a:pPr marL="0" indent="0">
              <a:lnSpc>
                <a:spcPct val="90000"/>
              </a:lnSpc>
              <a:buNone/>
              <a:defRPr sz="2000">
                <a:solidFill>
                  <a:srgbClr val="3C3C3C"/>
                </a:solidFill>
              </a:defRPr>
            </a:pPr>
            <a:endParaRPr lang="es-E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6 → 7 🎯 Analizar propiedad de archivos.🧩 Permisos</a:t>
            </a: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170873" y="1935018"/>
            <a:ext cx="8799485" cy="4396509"/>
          </a:xfrm>
        </p:spPr>
        <p:txBody>
          <a:bodyPr anchor="ctr">
            <a:normAutofit/>
          </a:bodyPr>
          <a:lstStyle/>
          <a:p>
            <a:pPr marL="0" indent="0">
              <a:lnSpc>
                <a:spcPct val="90000"/>
              </a:lnSpc>
              <a:buNone/>
            </a:pPr>
            <a:r>
              <a:rPr lang="es-ES" sz="1400" b="1" dirty="0"/>
              <a:t>Objetivo del nivel</a:t>
            </a:r>
            <a:br>
              <a:rPr lang="es-ES" sz="1400" dirty="0"/>
            </a:br>
            <a:r>
              <a:rPr lang="es-ES" sz="1400" dirty="0"/>
              <a:t>La contraseña para el siguiente nivel está almacenada en algún lugar del servidor y tiene todas las siguientes propiedades:</a:t>
            </a:r>
          </a:p>
          <a:p>
            <a:pPr marL="0" indent="0">
              <a:lnSpc>
                <a:spcPct val="90000"/>
              </a:lnSpc>
              <a:buNone/>
            </a:pPr>
            <a:r>
              <a:rPr lang="es-ES" sz="1400" dirty="0"/>
              <a:t>  - propiedad del usuario bandit7</a:t>
            </a:r>
          </a:p>
          <a:p>
            <a:pPr marL="0" indent="0">
              <a:lnSpc>
                <a:spcPct val="90000"/>
              </a:lnSpc>
              <a:buNone/>
            </a:pPr>
            <a:r>
              <a:rPr lang="es-ES" sz="1400" dirty="0"/>
              <a:t>  - propiedad del grupo bandit6</a:t>
            </a:r>
          </a:p>
          <a:p>
            <a:pPr marL="0" indent="0">
              <a:lnSpc>
                <a:spcPct val="90000"/>
              </a:lnSpc>
              <a:buNone/>
            </a:pPr>
            <a:r>
              <a:rPr lang="es-ES" sz="1400" dirty="0"/>
              <a:t>  - 33 bytes de tamaño</a:t>
            </a:r>
          </a:p>
          <a:p>
            <a:pPr marL="0" indent="0">
              <a:lnSpc>
                <a:spcPct val="90000"/>
              </a:lnSpc>
              <a:buNone/>
            </a:pPr>
            <a:endParaRPr lang="es-ES" sz="1400" b="1" dirty="0"/>
          </a:p>
          <a:p>
            <a:pPr marL="0" indent="0">
              <a:lnSpc>
                <a:spcPct val="90000"/>
              </a:lnSpc>
              <a:buNone/>
            </a:pPr>
            <a:r>
              <a:rPr lang="es-ES" sz="1400" b="1" dirty="0"/>
              <a:t>Comandos que puede necesitar para resolver este nivel</a:t>
            </a:r>
            <a:br>
              <a:rPr lang="es-ES" sz="1400" dirty="0"/>
            </a:br>
            <a:r>
              <a:rPr lang="es-ES" sz="1400" dirty="0" err="1"/>
              <a:t>ls</a:t>
            </a:r>
            <a:r>
              <a:rPr lang="es-ES" sz="1400" dirty="0"/>
              <a:t> , cd , </a:t>
            </a:r>
            <a:r>
              <a:rPr lang="es-ES" sz="1400" dirty="0" err="1"/>
              <a:t>cat</a:t>
            </a:r>
            <a:r>
              <a:rPr lang="es-ES" sz="1400" dirty="0"/>
              <a:t> , file , du , </a:t>
            </a:r>
            <a:r>
              <a:rPr lang="es-ES" sz="1400" dirty="0" err="1"/>
              <a:t>find</a:t>
            </a:r>
            <a:r>
              <a:rPr lang="es-ES" sz="1400" dirty="0"/>
              <a:t> , grep</a:t>
            </a:r>
          </a:p>
          <a:p>
            <a:pPr marL="0" indent="0">
              <a:lnSpc>
                <a:spcPct val="90000"/>
              </a:lnSpc>
              <a:buNone/>
            </a:pPr>
            <a:endParaRPr lang="es-ES" sz="1400" b="1" dirty="0"/>
          </a:p>
          <a:p>
            <a:pPr marL="0" indent="0">
              <a:lnSpc>
                <a:spcPct val="90000"/>
              </a:lnSpc>
              <a:buNone/>
            </a:pPr>
            <a:r>
              <a:rPr lang="es-ES" sz="1400" b="1" dirty="0"/>
              <a:t>Concepto clave previo: por qué este nivel es distinto a los anteriores</a:t>
            </a:r>
          </a:p>
          <a:p>
            <a:pPr marL="0" indent="0">
              <a:lnSpc>
                <a:spcPct val="90000"/>
              </a:lnSpc>
              <a:buNone/>
            </a:pPr>
            <a:r>
              <a:rPr lang="es-ES" sz="1400" dirty="0"/>
              <a:t>Hasta ahora:</a:t>
            </a:r>
          </a:p>
          <a:p>
            <a:pPr>
              <a:lnSpc>
                <a:spcPct val="90000"/>
              </a:lnSpc>
            </a:pPr>
            <a:r>
              <a:rPr lang="es-ES" sz="1400" dirty="0"/>
              <a:t>Buscábamos en un directorio concreto (</a:t>
            </a:r>
            <a:r>
              <a:rPr lang="es-ES" sz="1400" dirty="0" err="1"/>
              <a:t>inhere</a:t>
            </a:r>
            <a:r>
              <a:rPr lang="es-ES" sz="1400" dirty="0"/>
              <a:t>)</a:t>
            </a:r>
          </a:p>
          <a:p>
            <a:pPr>
              <a:lnSpc>
                <a:spcPct val="90000"/>
              </a:lnSpc>
            </a:pPr>
            <a:r>
              <a:rPr lang="es-ES" sz="1400" dirty="0"/>
              <a:t>Con nombres o patrones más o menos acotados</a:t>
            </a:r>
          </a:p>
          <a:p>
            <a:pPr marL="0" indent="0">
              <a:lnSpc>
                <a:spcPct val="90000"/>
              </a:lnSpc>
              <a:buNone/>
            </a:pPr>
            <a:r>
              <a:rPr lang="es-ES" sz="1400" dirty="0"/>
              <a:t>Ahora:</a:t>
            </a:r>
          </a:p>
          <a:p>
            <a:pPr>
              <a:lnSpc>
                <a:spcPct val="90000"/>
              </a:lnSpc>
            </a:pPr>
            <a:r>
              <a:rPr lang="es-ES" sz="1400" dirty="0"/>
              <a:t>No sabemos dónde está</a:t>
            </a:r>
          </a:p>
          <a:p>
            <a:pPr>
              <a:lnSpc>
                <a:spcPct val="90000"/>
              </a:lnSpc>
            </a:pPr>
            <a:r>
              <a:rPr lang="es-ES" sz="1400" dirty="0"/>
              <a:t>Puede estar en cualquier ruta del sistema</a:t>
            </a:r>
          </a:p>
          <a:p>
            <a:pPr>
              <a:lnSpc>
                <a:spcPct val="90000"/>
              </a:lnSpc>
            </a:pPr>
            <a:r>
              <a:rPr lang="es-ES" sz="1400" dirty="0"/>
              <a:t>Tenemos que filtrar por </a:t>
            </a:r>
            <a:r>
              <a:rPr lang="es-ES" sz="1400" b="1" dirty="0"/>
              <a:t>metadatos del sistema de archivos</a:t>
            </a:r>
            <a:endParaRPr lang="es-ES" sz="1400" dirty="0"/>
          </a:p>
          <a:p>
            <a:pPr>
              <a:lnSpc>
                <a:spcPct val="90000"/>
              </a:lnSpc>
            </a:pPr>
            <a:r>
              <a:rPr lang="es-ES" sz="1400" dirty="0"/>
              <a:t>Esto elimina completamente el uso de </a:t>
            </a:r>
            <a:r>
              <a:rPr lang="es-ES" sz="1400" dirty="0" err="1"/>
              <a:t>ls</a:t>
            </a:r>
            <a:r>
              <a:rPr lang="es-ES" sz="1400" dirty="0"/>
              <a:t> y obliga a usar </a:t>
            </a:r>
            <a:r>
              <a:rPr lang="es-ES" sz="1400" b="1" dirty="0" err="1"/>
              <a:t>find</a:t>
            </a:r>
            <a:r>
              <a:rPr lang="es-ES" sz="1400" b="1" dirty="0"/>
              <a:t> correctamente</a:t>
            </a:r>
            <a:r>
              <a:rPr lang="es-ES" sz="1400" dirty="0"/>
              <a:t>.</a:t>
            </a:r>
          </a:p>
          <a:p>
            <a:pPr marL="0" indent="0">
              <a:lnSpc>
                <a:spcPct val="90000"/>
              </a:lnSpc>
              <a:buNone/>
              <a:defRPr sz="2000">
                <a:solidFill>
                  <a:srgbClr val="3C3C3C"/>
                </a:solidFill>
              </a:defRPr>
            </a:pPr>
            <a:endParaRPr lang="es-E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700">
                <a:solidFill>
                  <a:srgbClr val="FFFFFF"/>
                </a:solidFill>
              </a:rPr>
              <a:t>Nivel 7 → 8 🎯 Buscar patrones en texto.🐧 grep</a:t>
            </a:r>
            <a:br>
              <a:rPr lang="es-ES" sz="2700">
                <a:solidFill>
                  <a:srgbClr val="FFFFFF"/>
                </a:solidFill>
              </a:rPr>
            </a:br>
            <a:endParaRPr lang="es-ES" sz="2700">
              <a:solidFill>
                <a:srgbClr val="FFFFFF"/>
              </a:solidFill>
            </a:endParaRPr>
          </a:p>
        </p:txBody>
      </p:sp>
      <p:sp>
        <p:nvSpPr>
          <p:cNvPr id="3" name="Content Placeholder 2"/>
          <p:cNvSpPr>
            <a:spLocks noGrp="1"/>
          </p:cNvSpPr>
          <p:nvPr>
            <p:ph idx="1"/>
          </p:nvPr>
        </p:nvSpPr>
        <p:spPr>
          <a:xfrm>
            <a:off x="115455" y="1885279"/>
            <a:ext cx="8885381" cy="4437012"/>
          </a:xfrm>
        </p:spPr>
        <p:txBody>
          <a:bodyPr anchor="ctr">
            <a:normAutofit/>
          </a:bodyPr>
          <a:lstStyle/>
          <a:p>
            <a:pPr marL="0" indent="0">
              <a:buNone/>
            </a:pPr>
            <a:r>
              <a:rPr lang="es-ES" sz="1700" b="1" dirty="0"/>
              <a:t>Objetivo del nivel</a:t>
            </a:r>
            <a:br>
              <a:rPr lang="es-ES" sz="1700" dirty="0"/>
            </a:br>
            <a:r>
              <a:rPr lang="es-ES" sz="1700" dirty="0"/>
              <a:t>La contraseña para el siguiente nivel se encuentra en el archivo data.txt, junto a la palabra </a:t>
            </a:r>
            <a:r>
              <a:rPr lang="es-ES" sz="1700" dirty="0" err="1"/>
              <a:t>millionth</a:t>
            </a:r>
            <a:r>
              <a:rPr lang="es-ES" sz="1700" dirty="0"/>
              <a:t>.</a:t>
            </a:r>
          </a:p>
          <a:p>
            <a:pPr marL="0" indent="0">
              <a:buNone/>
            </a:pPr>
            <a:endParaRPr lang="es-ES" sz="1700" b="1" dirty="0"/>
          </a:p>
          <a:p>
            <a:pPr marL="0" indent="0">
              <a:buNone/>
            </a:pPr>
            <a:r>
              <a:rPr lang="es-ES" sz="1700" b="1" dirty="0"/>
              <a:t>Comandos que pueden ser necesarios para resolver este nivel</a:t>
            </a:r>
            <a:br>
              <a:rPr lang="es-ES" sz="1700" dirty="0"/>
            </a:br>
            <a:r>
              <a:rPr lang="es-ES" sz="1700" dirty="0" err="1"/>
              <a:t>man</a:t>
            </a:r>
            <a:r>
              <a:rPr lang="es-ES" sz="1700" dirty="0"/>
              <a:t>, grep, </a:t>
            </a:r>
            <a:r>
              <a:rPr lang="es-ES" sz="1700" dirty="0" err="1"/>
              <a:t>sort</a:t>
            </a:r>
            <a:r>
              <a:rPr lang="es-ES" sz="1700" dirty="0"/>
              <a:t>, </a:t>
            </a:r>
            <a:r>
              <a:rPr lang="es-ES" sz="1700" dirty="0" err="1"/>
              <a:t>uniq</a:t>
            </a:r>
            <a:r>
              <a:rPr lang="es-ES" sz="1700" dirty="0"/>
              <a:t>, </a:t>
            </a:r>
            <a:r>
              <a:rPr lang="es-ES" sz="1700" dirty="0" err="1"/>
              <a:t>strings</a:t>
            </a:r>
            <a:r>
              <a:rPr lang="es-ES" sz="1700" dirty="0"/>
              <a:t>, base64, </a:t>
            </a:r>
            <a:r>
              <a:rPr lang="es-ES" sz="1700" dirty="0" err="1"/>
              <a:t>tr</a:t>
            </a:r>
            <a:r>
              <a:rPr lang="es-ES" sz="1700" dirty="0"/>
              <a:t>, </a:t>
            </a:r>
            <a:r>
              <a:rPr lang="es-ES" sz="1700" dirty="0" err="1"/>
              <a:t>tar</a:t>
            </a:r>
            <a:r>
              <a:rPr lang="es-ES" sz="1700" dirty="0"/>
              <a:t>, </a:t>
            </a:r>
            <a:r>
              <a:rPr lang="es-ES" sz="1700" dirty="0" err="1"/>
              <a:t>gzip</a:t>
            </a:r>
            <a:r>
              <a:rPr lang="es-ES" sz="1700" dirty="0"/>
              <a:t>, bzip2, </a:t>
            </a:r>
            <a:r>
              <a:rPr lang="es-ES" sz="1700" dirty="0" err="1"/>
              <a:t>xxd</a:t>
            </a:r>
            <a:endParaRPr lang="es-ES" sz="1700" dirty="0"/>
          </a:p>
          <a:p>
            <a:pPr marL="0" indent="0">
              <a:buNone/>
            </a:pPr>
            <a:endParaRPr lang="es-ES" sz="1700" b="1" dirty="0"/>
          </a:p>
          <a:p>
            <a:pPr marL="0" indent="0">
              <a:buNone/>
            </a:pPr>
            <a:r>
              <a:rPr lang="es-ES" sz="1700" b="1" dirty="0"/>
              <a:t>entender el archivo</a:t>
            </a:r>
          </a:p>
          <a:p>
            <a:r>
              <a:rPr lang="es-ES" sz="1700" dirty="0"/>
              <a:t>Antes de buscar, conviene </a:t>
            </a:r>
            <a:r>
              <a:rPr lang="es-ES" sz="1700" b="1" dirty="0"/>
              <a:t>no abrirlo entero</a:t>
            </a:r>
            <a:r>
              <a:rPr lang="es-ES" sz="1700" dirty="0"/>
              <a:t>.</a:t>
            </a:r>
          </a:p>
          <a:p>
            <a:r>
              <a:rPr lang="es-ES" sz="1700" dirty="0"/>
              <a:t>Podemos estimar su tamaño: “</a:t>
            </a:r>
            <a:r>
              <a:rPr lang="es-ES" sz="1700" dirty="0" err="1"/>
              <a:t>wc</a:t>
            </a:r>
            <a:r>
              <a:rPr lang="es-ES" sz="1700" dirty="0"/>
              <a:t> -l data.txt”</a:t>
            </a:r>
          </a:p>
          <a:p>
            <a:pPr marL="0" indent="0">
              <a:buNone/>
            </a:pPr>
            <a:endParaRPr lang="es-ES" sz="1700" dirty="0"/>
          </a:p>
          <a:p>
            <a:pPr marL="0" indent="0">
              <a:buNone/>
            </a:pPr>
            <a:endParaRPr lang="es-ES" sz="1700" b="1" dirty="0"/>
          </a:p>
          <a:p>
            <a:pPr marL="0" indent="0">
              <a:buNone/>
              <a:defRPr sz="2000">
                <a:solidFill>
                  <a:srgbClr val="3C3C3C"/>
                </a:solidFill>
              </a:defRPr>
            </a:pPr>
            <a:endParaRPr lang="es-E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700">
                <a:solidFill>
                  <a:srgbClr val="FFFFFF"/>
                </a:solidFill>
              </a:rPr>
              <a:t>Nivel 8 → 9 🎯 Identificar líneas únicas. 🐧 Pipes</a:t>
            </a:r>
            <a:br>
              <a:rPr lang="es-ES" sz="2700">
                <a:solidFill>
                  <a:srgbClr val="FFFFFF"/>
                </a:solidFill>
              </a:rPr>
            </a:br>
            <a:endParaRPr lang="es-ES" sz="2700">
              <a:solidFill>
                <a:srgbClr val="FFFFFF"/>
              </a:solidFill>
            </a:endParaRPr>
          </a:p>
        </p:txBody>
      </p:sp>
      <p:sp>
        <p:nvSpPr>
          <p:cNvPr id="3" name="Content Placeholder 2"/>
          <p:cNvSpPr>
            <a:spLocks noGrp="1"/>
          </p:cNvSpPr>
          <p:nvPr>
            <p:ph idx="1"/>
          </p:nvPr>
        </p:nvSpPr>
        <p:spPr>
          <a:xfrm>
            <a:off x="152400" y="1885279"/>
            <a:ext cx="8799485" cy="4529376"/>
          </a:xfrm>
        </p:spPr>
        <p:txBody>
          <a:bodyPr anchor="ctr">
            <a:normAutofit/>
          </a:bodyPr>
          <a:lstStyle/>
          <a:p>
            <a:pPr marL="0" indent="0">
              <a:lnSpc>
                <a:spcPct val="90000"/>
              </a:lnSpc>
              <a:buNone/>
            </a:pPr>
            <a:r>
              <a:rPr lang="es-ES" sz="1200" b="1" dirty="0"/>
              <a:t>Objetivo del nivel</a:t>
            </a:r>
            <a:br>
              <a:rPr lang="es-ES" sz="1200" dirty="0"/>
            </a:br>
            <a:r>
              <a:rPr lang="es-ES" sz="1200" dirty="0"/>
              <a:t>La contraseña para el siguiente nivel se encuentra almacenada en el archivo data.txt y es la única línea de texto que aparece una sola vez.</a:t>
            </a:r>
          </a:p>
          <a:p>
            <a:pPr marL="0" indent="0">
              <a:lnSpc>
                <a:spcPct val="90000"/>
              </a:lnSpc>
              <a:buNone/>
            </a:pPr>
            <a:endParaRPr lang="es-ES" sz="1200" b="1" dirty="0"/>
          </a:p>
          <a:p>
            <a:pPr marL="0" indent="0">
              <a:lnSpc>
                <a:spcPct val="90000"/>
              </a:lnSpc>
              <a:buNone/>
            </a:pPr>
            <a:r>
              <a:rPr lang="es-ES" sz="1200" b="1" dirty="0"/>
              <a:t>Comandos que pueden ser necesarios para resolver este nivel</a:t>
            </a:r>
            <a:br>
              <a:rPr lang="es-ES" sz="1200" dirty="0"/>
            </a:br>
            <a:r>
              <a:rPr lang="es-ES" sz="1200" dirty="0"/>
              <a:t>grep, </a:t>
            </a:r>
            <a:r>
              <a:rPr lang="es-ES" sz="1200" dirty="0" err="1"/>
              <a:t>sort</a:t>
            </a:r>
            <a:r>
              <a:rPr lang="es-ES" sz="1200" dirty="0"/>
              <a:t>, </a:t>
            </a:r>
            <a:r>
              <a:rPr lang="es-ES" sz="1200" dirty="0" err="1"/>
              <a:t>uniq</a:t>
            </a:r>
            <a:r>
              <a:rPr lang="es-ES" sz="1200" dirty="0"/>
              <a:t>, </a:t>
            </a:r>
            <a:r>
              <a:rPr lang="es-ES" sz="1200" dirty="0" err="1"/>
              <a:t>strings</a:t>
            </a:r>
            <a:r>
              <a:rPr lang="es-ES" sz="1200" dirty="0"/>
              <a:t>, base64, </a:t>
            </a:r>
            <a:r>
              <a:rPr lang="es-ES" sz="1200" dirty="0" err="1"/>
              <a:t>tr</a:t>
            </a:r>
            <a:r>
              <a:rPr lang="es-ES" sz="1200" dirty="0"/>
              <a:t>, </a:t>
            </a:r>
            <a:r>
              <a:rPr lang="es-ES" sz="1200" dirty="0" err="1"/>
              <a:t>tar</a:t>
            </a:r>
            <a:r>
              <a:rPr lang="es-ES" sz="1200" dirty="0"/>
              <a:t>, </a:t>
            </a:r>
            <a:r>
              <a:rPr lang="es-ES" sz="1200" dirty="0" err="1"/>
              <a:t>gzip</a:t>
            </a:r>
            <a:r>
              <a:rPr lang="es-ES" sz="1200" dirty="0"/>
              <a:t>, bzip2, </a:t>
            </a:r>
            <a:r>
              <a:rPr lang="es-ES" sz="1200" dirty="0" err="1"/>
              <a:t>xxd</a:t>
            </a:r>
            <a:endParaRPr lang="es-ES" sz="1200" dirty="0"/>
          </a:p>
          <a:p>
            <a:pPr marL="0" indent="0">
              <a:lnSpc>
                <a:spcPct val="90000"/>
              </a:lnSpc>
              <a:buNone/>
            </a:pPr>
            <a:endParaRPr lang="es-ES" sz="1200" b="1" dirty="0"/>
          </a:p>
          <a:p>
            <a:pPr marL="0" indent="0">
              <a:lnSpc>
                <a:spcPct val="90000"/>
              </a:lnSpc>
              <a:buNone/>
            </a:pPr>
            <a:r>
              <a:rPr lang="es-ES" sz="1200" b="1" dirty="0"/>
              <a:t>Material de lectura útil</a:t>
            </a:r>
            <a:br>
              <a:rPr lang="es-ES" sz="1200" dirty="0"/>
            </a:br>
            <a:r>
              <a:rPr lang="es-ES" sz="1200" dirty="0" err="1"/>
              <a:t>Piping</a:t>
            </a:r>
            <a:r>
              <a:rPr lang="es-ES" sz="1200" dirty="0"/>
              <a:t> and </a:t>
            </a:r>
            <a:r>
              <a:rPr lang="es-ES" sz="1200" dirty="0" err="1"/>
              <a:t>redirection</a:t>
            </a:r>
            <a:endParaRPr lang="es-ES" sz="1200" dirty="0"/>
          </a:p>
          <a:p>
            <a:pPr marL="0" indent="0">
              <a:lnSpc>
                <a:spcPct val="90000"/>
              </a:lnSpc>
              <a:buNone/>
            </a:pPr>
            <a:endParaRPr lang="es-ES" sz="1200" b="1" dirty="0"/>
          </a:p>
          <a:p>
            <a:pPr marL="0" indent="0">
              <a:lnSpc>
                <a:spcPct val="90000"/>
              </a:lnSpc>
              <a:buNone/>
            </a:pPr>
            <a:r>
              <a:rPr lang="es-ES" sz="1200" b="1" dirty="0"/>
              <a:t>Concepto clave previo: cómo funciona </a:t>
            </a:r>
            <a:r>
              <a:rPr lang="es-ES" sz="1200" b="1" dirty="0" err="1"/>
              <a:t>uniq</a:t>
            </a:r>
            <a:r>
              <a:rPr lang="es-ES" sz="1200" b="1" dirty="0"/>
              <a:t> </a:t>
            </a:r>
          </a:p>
          <a:p>
            <a:pPr marL="0" indent="0">
              <a:lnSpc>
                <a:spcPct val="90000"/>
              </a:lnSpc>
              <a:buNone/>
            </a:pPr>
            <a:r>
              <a:rPr lang="es-ES" sz="1200" dirty="0"/>
              <a:t>Muchos usuarios creen que </a:t>
            </a:r>
            <a:r>
              <a:rPr lang="es-ES" sz="1200" dirty="0" err="1"/>
              <a:t>uniq</a:t>
            </a:r>
            <a:r>
              <a:rPr lang="es-ES" sz="1200" dirty="0"/>
              <a:t> elimina duplicados directamente.❌ </a:t>
            </a:r>
            <a:r>
              <a:rPr lang="es-ES" sz="1200" b="1" dirty="0"/>
              <a:t>Eso es falso</a:t>
            </a:r>
            <a:r>
              <a:rPr lang="es-ES" sz="1200" dirty="0"/>
              <a:t>.</a:t>
            </a:r>
          </a:p>
          <a:p>
            <a:pPr marL="0" indent="0">
              <a:lnSpc>
                <a:spcPct val="90000"/>
              </a:lnSpc>
              <a:buNone/>
            </a:pPr>
            <a:endParaRPr lang="es-ES" sz="1200" b="1" dirty="0"/>
          </a:p>
          <a:p>
            <a:pPr marL="0" indent="0">
              <a:lnSpc>
                <a:spcPct val="90000"/>
              </a:lnSpc>
              <a:buNone/>
            </a:pPr>
            <a:r>
              <a:rPr lang="es-ES" sz="1200" b="1" dirty="0"/>
              <a:t>Regla fundamental:</a:t>
            </a:r>
          </a:p>
          <a:p>
            <a:pPr lvl="1">
              <a:lnSpc>
                <a:spcPct val="90000"/>
              </a:lnSpc>
            </a:pPr>
            <a:r>
              <a:rPr lang="es-ES" sz="1200" dirty="0" err="1"/>
              <a:t>uniq</a:t>
            </a:r>
            <a:r>
              <a:rPr lang="es-ES" sz="1200" dirty="0"/>
              <a:t> </a:t>
            </a:r>
            <a:r>
              <a:rPr lang="es-ES" sz="1200" b="1" dirty="0"/>
              <a:t>solo detecta líneas duplicadas consecutivas</a:t>
            </a:r>
            <a:endParaRPr lang="es-ES" sz="1200" dirty="0"/>
          </a:p>
          <a:p>
            <a:pPr lvl="1">
              <a:lnSpc>
                <a:spcPct val="90000"/>
              </a:lnSpc>
            </a:pPr>
            <a:r>
              <a:rPr lang="es-ES" sz="1200" dirty="0"/>
              <a:t>Por tanto, </a:t>
            </a:r>
            <a:r>
              <a:rPr lang="es-ES" sz="1200" b="1" dirty="0"/>
              <a:t>si el archivo no está ordenado</a:t>
            </a:r>
            <a:r>
              <a:rPr lang="es-ES" sz="1200" dirty="0"/>
              <a:t>, </a:t>
            </a:r>
            <a:r>
              <a:rPr lang="es-ES" sz="1200" dirty="0" err="1"/>
              <a:t>uniq</a:t>
            </a:r>
            <a:r>
              <a:rPr lang="es-ES" sz="1200" dirty="0"/>
              <a:t> </a:t>
            </a:r>
            <a:r>
              <a:rPr lang="es-ES" sz="1200" b="1" dirty="0"/>
              <a:t>no funciona correctamente</a:t>
            </a:r>
            <a:r>
              <a:rPr lang="es-ES" sz="1200" dirty="0"/>
              <a:t>.</a:t>
            </a:r>
          </a:p>
          <a:p>
            <a:pPr marL="0" indent="0">
              <a:lnSpc>
                <a:spcPct val="90000"/>
              </a:lnSpc>
              <a:buNone/>
            </a:pPr>
            <a:endParaRPr lang="es-ES" sz="1200" b="1" dirty="0"/>
          </a:p>
          <a:p>
            <a:pPr marL="0" indent="0">
              <a:lnSpc>
                <a:spcPct val="90000"/>
              </a:lnSpc>
              <a:buNone/>
            </a:pPr>
            <a:r>
              <a:rPr lang="es-ES" sz="1200" b="1" dirty="0"/>
              <a:t>Entender el problema a nivel técnico</a:t>
            </a:r>
          </a:p>
          <a:p>
            <a:pPr marL="0" indent="0">
              <a:lnSpc>
                <a:spcPct val="90000"/>
              </a:lnSpc>
              <a:buNone/>
            </a:pPr>
            <a:r>
              <a:rPr lang="es-ES" sz="1200" dirty="0"/>
              <a:t>Queremos:</a:t>
            </a:r>
          </a:p>
          <a:p>
            <a:pPr lvl="1">
              <a:lnSpc>
                <a:spcPct val="90000"/>
              </a:lnSpc>
            </a:pPr>
            <a:r>
              <a:rPr lang="es-ES" sz="1200" dirty="0"/>
              <a:t>Encontrar </a:t>
            </a:r>
            <a:r>
              <a:rPr lang="es-ES" sz="1200" b="1" dirty="0"/>
              <a:t>líneas que aparecen una sola vez</a:t>
            </a:r>
            <a:endParaRPr lang="es-ES" sz="1200" dirty="0"/>
          </a:p>
          <a:p>
            <a:pPr lvl="1">
              <a:lnSpc>
                <a:spcPct val="90000"/>
              </a:lnSpc>
            </a:pPr>
            <a:r>
              <a:rPr lang="es-ES" sz="1200" dirty="0"/>
              <a:t>En un archivo grande</a:t>
            </a:r>
          </a:p>
          <a:p>
            <a:pPr lvl="1">
              <a:lnSpc>
                <a:spcPct val="90000"/>
              </a:lnSpc>
            </a:pPr>
            <a:r>
              <a:rPr lang="es-ES" sz="1200" dirty="0"/>
              <a:t>De forma eficiente y reproducible</a:t>
            </a:r>
          </a:p>
          <a:p>
            <a:pPr marL="0" indent="0">
              <a:lnSpc>
                <a:spcPct val="90000"/>
              </a:lnSpc>
              <a:buNone/>
              <a:defRPr sz="2000">
                <a:solidFill>
                  <a:srgbClr val="3C3C3C"/>
                </a:solidFill>
              </a:defRPr>
            </a:pPr>
            <a:endParaRPr lang="es-E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500">
                <a:solidFill>
                  <a:srgbClr val="FFFFFF"/>
                </a:solidFill>
              </a:rPr>
              <a:t>Nivel 9 → 10 🎯 Extraer texto de binarios.🕵️ Análisis</a:t>
            </a:r>
            <a:br>
              <a:rPr lang="es-ES" sz="2500">
                <a:solidFill>
                  <a:srgbClr val="FFFFFF"/>
                </a:solidFill>
              </a:rPr>
            </a:br>
            <a:endParaRPr lang="es-ES" sz="2500">
              <a:solidFill>
                <a:srgbClr val="FFFFFF"/>
              </a:solidFill>
            </a:endParaRPr>
          </a:p>
        </p:txBody>
      </p:sp>
      <p:sp>
        <p:nvSpPr>
          <p:cNvPr id="3" name="Content Placeholder 2"/>
          <p:cNvSpPr>
            <a:spLocks noGrp="1"/>
          </p:cNvSpPr>
          <p:nvPr>
            <p:ph idx="1"/>
          </p:nvPr>
        </p:nvSpPr>
        <p:spPr>
          <a:xfrm>
            <a:off x="157019" y="1851890"/>
            <a:ext cx="8799484" cy="4595091"/>
          </a:xfrm>
        </p:spPr>
        <p:txBody>
          <a:bodyPr anchor="ctr">
            <a:normAutofit/>
          </a:bodyPr>
          <a:lstStyle/>
          <a:p>
            <a:pPr marL="0" indent="0">
              <a:lnSpc>
                <a:spcPct val="90000"/>
              </a:lnSpc>
              <a:buNone/>
            </a:pPr>
            <a:r>
              <a:rPr lang="es-ES" sz="1600" b="1" dirty="0"/>
              <a:t>Objetivo del nivel</a:t>
            </a:r>
            <a:br>
              <a:rPr lang="es-ES" sz="1600" dirty="0"/>
            </a:br>
            <a:r>
              <a:rPr lang="es-ES" sz="1600" dirty="0"/>
              <a:t>La contraseña para el siguiente nivel se encuentra almacenada en el archivo data.txt en una de las pocas cadenas legibles para los humanos, precedida por varios caracteres «=».</a:t>
            </a:r>
          </a:p>
          <a:p>
            <a:pPr marL="0" indent="0">
              <a:lnSpc>
                <a:spcPct val="90000"/>
              </a:lnSpc>
              <a:buNone/>
            </a:pPr>
            <a:endParaRPr lang="es-ES" sz="1600" b="1" dirty="0"/>
          </a:p>
          <a:p>
            <a:pPr marL="0" indent="0">
              <a:lnSpc>
                <a:spcPct val="90000"/>
              </a:lnSpc>
              <a:buNone/>
            </a:pPr>
            <a:r>
              <a:rPr lang="es-ES" sz="1600" b="1" dirty="0"/>
              <a:t>Comandos que puede necesitar para resolver este nivel</a:t>
            </a:r>
            <a:br>
              <a:rPr lang="es-ES" sz="1600" dirty="0"/>
            </a:br>
            <a:r>
              <a:rPr lang="es-ES" sz="1600" dirty="0"/>
              <a:t>grep, </a:t>
            </a:r>
            <a:r>
              <a:rPr lang="es-ES" sz="1600" dirty="0" err="1"/>
              <a:t>sort</a:t>
            </a:r>
            <a:r>
              <a:rPr lang="es-ES" sz="1600" dirty="0"/>
              <a:t>, </a:t>
            </a:r>
            <a:r>
              <a:rPr lang="es-ES" sz="1600" dirty="0" err="1"/>
              <a:t>uniq</a:t>
            </a:r>
            <a:r>
              <a:rPr lang="es-ES" sz="1600" dirty="0"/>
              <a:t>, </a:t>
            </a:r>
            <a:r>
              <a:rPr lang="es-ES" sz="1600" dirty="0" err="1"/>
              <a:t>strings</a:t>
            </a:r>
            <a:r>
              <a:rPr lang="es-ES" sz="1600" dirty="0"/>
              <a:t>, base64, </a:t>
            </a:r>
            <a:r>
              <a:rPr lang="es-ES" sz="1600" dirty="0" err="1"/>
              <a:t>tr</a:t>
            </a:r>
            <a:r>
              <a:rPr lang="es-ES" sz="1600" dirty="0"/>
              <a:t>, </a:t>
            </a:r>
            <a:r>
              <a:rPr lang="es-ES" sz="1600" dirty="0" err="1"/>
              <a:t>tar</a:t>
            </a:r>
            <a:r>
              <a:rPr lang="es-ES" sz="1600" dirty="0"/>
              <a:t>, </a:t>
            </a:r>
            <a:r>
              <a:rPr lang="es-ES" sz="1600" dirty="0" err="1"/>
              <a:t>gzip</a:t>
            </a:r>
            <a:r>
              <a:rPr lang="es-ES" sz="1600" dirty="0"/>
              <a:t>, bzip2, </a:t>
            </a:r>
            <a:r>
              <a:rPr lang="es-ES" sz="1600" dirty="0" err="1"/>
              <a:t>xxd</a:t>
            </a:r>
            <a:endParaRPr lang="es-ES" sz="1600" dirty="0"/>
          </a:p>
          <a:p>
            <a:pPr marL="0" indent="0">
              <a:lnSpc>
                <a:spcPct val="90000"/>
              </a:lnSpc>
              <a:buNone/>
            </a:pPr>
            <a:endParaRPr lang="es-ES" sz="1600" b="1" dirty="0"/>
          </a:p>
          <a:p>
            <a:pPr marL="0" indent="0">
              <a:lnSpc>
                <a:spcPct val="90000"/>
              </a:lnSpc>
              <a:buNone/>
            </a:pPr>
            <a:r>
              <a:rPr lang="es-ES" sz="1600" b="1" dirty="0"/>
              <a:t>Concepto clave previo: por qué grep no sirve directamente</a:t>
            </a:r>
          </a:p>
          <a:p>
            <a:pPr lvl="1">
              <a:lnSpc>
                <a:spcPct val="90000"/>
              </a:lnSpc>
            </a:pPr>
            <a:r>
              <a:rPr lang="es-ES" sz="1600" dirty="0"/>
              <a:t>Si intentas: </a:t>
            </a:r>
            <a:r>
              <a:rPr lang="es-ES" sz="1600" dirty="0" err="1"/>
              <a:t>cat</a:t>
            </a:r>
            <a:r>
              <a:rPr lang="es-ES" sz="1600" dirty="0"/>
              <a:t> data.txt o  grep "=" data.txt</a:t>
            </a:r>
          </a:p>
          <a:p>
            <a:pPr marL="0" indent="0">
              <a:lnSpc>
                <a:spcPct val="90000"/>
              </a:lnSpc>
              <a:buNone/>
            </a:pPr>
            <a:r>
              <a:rPr lang="es-ES" sz="1600" dirty="0"/>
              <a:t>Ocurrirá uno de estos problemas:</a:t>
            </a:r>
          </a:p>
          <a:p>
            <a:pPr lvl="1">
              <a:lnSpc>
                <a:spcPct val="90000"/>
              </a:lnSpc>
            </a:pPr>
            <a:r>
              <a:rPr lang="es-ES" sz="1600" dirty="0"/>
              <a:t>La salida es ilegible</a:t>
            </a:r>
          </a:p>
          <a:p>
            <a:pPr lvl="1">
              <a:lnSpc>
                <a:spcPct val="90000"/>
              </a:lnSpc>
            </a:pPr>
            <a:r>
              <a:rPr lang="es-ES" sz="1600" dirty="0"/>
              <a:t>El terminal se “ensucia”</a:t>
            </a:r>
          </a:p>
          <a:p>
            <a:pPr lvl="1">
              <a:lnSpc>
                <a:spcPct val="90000"/>
              </a:lnSpc>
            </a:pPr>
            <a:r>
              <a:rPr lang="es-ES" sz="1600" dirty="0"/>
              <a:t>No se detectan patrones correctamente</a:t>
            </a:r>
          </a:p>
          <a:p>
            <a:pPr marL="0" indent="0">
              <a:lnSpc>
                <a:spcPct val="90000"/>
              </a:lnSpc>
              <a:buNone/>
            </a:pPr>
            <a:r>
              <a:rPr lang="es-ES" sz="1600" dirty="0"/>
              <a:t>Esto es porque:</a:t>
            </a:r>
          </a:p>
          <a:p>
            <a:pPr lvl="1">
              <a:lnSpc>
                <a:spcPct val="90000"/>
              </a:lnSpc>
            </a:pPr>
            <a:r>
              <a:rPr lang="es-ES" sz="1600" dirty="0"/>
              <a:t>El archivo contiene </a:t>
            </a:r>
            <a:r>
              <a:rPr lang="es-ES" sz="1600" b="1" dirty="0"/>
              <a:t>bytes no imprimibles</a:t>
            </a:r>
            <a:endParaRPr lang="es-ES" sz="1600" dirty="0"/>
          </a:p>
          <a:p>
            <a:pPr lvl="1">
              <a:lnSpc>
                <a:spcPct val="90000"/>
              </a:lnSpc>
            </a:pPr>
            <a:r>
              <a:rPr lang="es-ES" sz="1600" dirty="0"/>
              <a:t>grep está diseñado para </a:t>
            </a:r>
            <a:r>
              <a:rPr lang="es-ES" sz="1600" b="1" dirty="0"/>
              <a:t>texto</a:t>
            </a:r>
            <a:r>
              <a:rPr lang="es-ES" sz="1600" dirty="0"/>
              <a:t>, no binarios</a:t>
            </a:r>
          </a:p>
          <a:p>
            <a:pPr marL="0" indent="0">
              <a:lnSpc>
                <a:spcPct val="90000"/>
              </a:lnSpc>
              <a:buNone/>
              <a:defRPr sz="2000">
                <a:solidFill>
                  <a:srgbClr val="3C3C3C"/>
                </a:solidFill>
              </a:defRPr>
            </a:pPr>
            <a:endParaRPr lang="es-E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500">
                <a:solidFill>
                  <a:srgbClr val="FFFFFF"/>
                </a:solidFill>
              </a:rPr>
              <a:t>Nivel 10 → 11 🎯 Decodificar Base64.🔑 Codificación</a:t>
            </a:r>
            <a:br>
              <a:rPr lang="es-ES" sz="2500">
                <a:solidFill>
                  <a:srgbClr val="FFFFFF"/>
                </a:solidFill>
              </a:rPr>
            </a:br>
            <a:endParaRPr lang="es-ES" sz="2500">
              <a:solidFill>
                <a:srgbClr val="FFFFFF"/>
              </a:solidFill>
            </a:endParaRPr>
          </a:p>
        </p:txBody>
      </p:sp>
      <p:sp>
        <p:nvSpPr>
          <p:cNvPr id="3" name="Content Placeholder 2"/>
          <p:cNvSpPr>
            <a:spLocks noGrp="1"/>
          </p:cNvSpPr>
          <p:nvPr>
            <p:ph idx="1"/>
          </p:nvPr>
        </p:nvSpPr>
        <p:spPr>
          <a:xfrm>
            <a:off x="143165" y="1805709"/>
            <a:ext cx="8871526" cy="4682836"/>
          </a:xfrm>
        </p:spPr>
        <p:txBody>
          <a:bodyPr anchor="ctr">
            <a:normAutofit/>
          </a:bodyPr>
          <a:lstStyle/>
          <a:p>
            <a:pPr marL="0" indent="0">
              <a:lnSpc>
                <a:spcPct val="90000"/>
              </a:lnSpc>
              <a:buNone/>
            </a:pPr>
            <a:r>
              <a:rPr lang="es-ES" sz="1200" b="1" dirty="0"/>
              <a:t>Objetivo del nivel</a:t>
            </a:r>
            <a:br>
              <a:rPr lang="es-ES" sz="1200" dirty="0"/>
            </a:br>
            <a:r>
              <a:rPr lang="es-ES" sz="1200" dirty="0"/>
              <a:t>La contraseña para el siguiente nivel se encuentra almacenada en el archivo data.txt, que contiene datos codificados en base64.</a:t>
            </a:r>
          </a:p>
          <a:p>
            <a:pPr marL="0" indent="0">
              <a:lnSpc>
                <a:spcPct val="90000"/>
              </a:lnSpc>
              <a:buNone/>
            </a:pPr>
            <a:endParaRPr lang="es-ES" sz="1200" b="1" dirty="0"/>
          </a:p>
          <a:p>
            <a:pPr marL="0" indent="0">
              <a:lnSpc>
                <a:spcPct val="90000"/>
              </a:lnSpc>
              <a:buNone/>
            </a:pPr>
            <a:r>
              <a:rPr lang="es-ES" sz="1200" b="1" dirty="0"/>
              <a:t>Comandos que pueden ser necesarios para resolver este nivel</a:t>
            </a:r>
            <a:br>
              <a:rPr lang="es-ES" sz="1200" dirty="0"/>
            </a:br>
            <a:r>
              <a:rPr lang="es-ES" sz="1200" dirty="0"/>
              <a:t>grep, </a:t>
            </a:r>
            <a:r>
              <a:rPr lang="es-ES" sz="1200" dirty="0" err="1"/>
              <a:t>sort</a:t>
            </a:r>
            <a:r>
              <a:rPr lang="es-ES" sz="1200" dirty="0"/>
              <a:t>, </a:t>
            </a:r>
            <a:r>
              <a:rPr lang="es-ES" sz="1200" dirty="0" err="1"/>
              <a:t>uniq</a:t>
            </a:r>
            <a:r>
              <a:rPr lang="es-ES" sz="1200" dirty="0"/>
              <a:t>, </a:t>
            </a:r>
            <a:r>
              <a:rPr lang="es-ES" sz="1200" dirty="0" err="1"/>
              <a:t>strings</a:t>
            </a:r>
            <a:r>
              <a:rPr lang="es-ES" sz="1200" dirty="0"/>
              <a:t>, base64, </a:t>
            </a:r>
            <a:r>
              <a:rPr lang="es-ES" sz="1200" dirty="0" err="1"/>
              <a:t>tr</a:t>
            </a:r>
            <a:r>
              <a:rPr lang="es-ES" sz="1200" dirty="0"/>
              <a:t>, </a:t>
            </a:r>
            <a:r>
              <a:rPr lang="es-ES" sz="1200" dirty="0" err="1"/>
              <a:t>tar</a:t>
            </a:r>
            <a:r>
              <a:rPr lang="es-ES" sz="1200" dirty="0"/>
              <a:t>, </a:t>
            </a:r>
            <a:r>
              <a:rPr lang="es-ES" sz="1200" dirty="0" err="1"/>
              <a:t>gzip</a:t>
            </a:r>
            <a:r>
              <a:rPr lang="es-ES" sz="1200" dirty="0"/>
              <a:t>, bzip2, </a:t>
            </a:r>
            <a:r>
              <a:rPr lang="es-ES" sz="1200" dirty="0" err="1"/>
              <a:t>xxd</a:t>
            </a:r>
            <a:endParaRPr lang="es-ES" sz="1200" dirty="0"/>
          </a:p>
          <a:p>
            <a:pPr marL="0" indent="0">
              <a:lnSpc>
                <a:spcPct val="90000"/>
              </a:lnSpc>
              <a:buNone/>
            </a:pPr>
            <a:endParaRPr lang="es-ES" sz="1200" b="1" dirty="0"/>
          </a:p>
          <a:p>
            <a:pPr marL="0" indent="0">
              <a:lnSpc>
                <a:spcPct val="90000"/>
              </a:lnSpc>
              <a:buNone/>
            </a:pPr>
            <a:r>
              <a:rPr lang="es-ES" sz="1200" b="1" dirty="0"/>
              <a:t>Material de lectura útil</a:t>
            </a:r>
            <a:br>
              <a:rPr lang="es-ES" sz="1200" dirty="0"/>
            </a:br>
            <a:r>
              <a:rPr lang="es-ES" sz="1200" dirty="0"/>
              <a:t>Base64 en Wikipedia</a:t>
            </a:r>
          </a:p>
          <a:p>
            <a:pPr marL="0" indent="0">
              <a:lnSpc>
                <a:spcPct val="90000"/>
              </a:lnSpc>
              <a:buNone/>
            </a:pPr>
            <a:endParaRPr lang="es-ES" sz="1200" b="1" dirty="0"/>
          </a:p>
          <a:p>
            <a:pPr marL="0" indent="0">
              <a:lnSpc>
                <a:spcPct val="90000"/>
              </a:lnSpc>
              <a:buNone/>
            </a:pPr>
            <a:r>
              <a:rPr lang="es-ES" sz="1200" b="1" dirty="0"/>
              <a:t>Concepto clave previo: ¿qué es Base64?</a:t>
            </a:r>
          </a:p>
          <a:p>
            <a:pPr lvl="1">
              <a:lnSpc>
                <a:spcPct val="90000"/>
              </a:lnSpc>
            </a:pPr>
            <a:r>
              <a:rPr lang="es-ES" sz="1200" dirty="0"/>
              <a:t>Base64 es un </a:t>
            </a:r>
            <a:r>
              <a:rPr lang="es-ES" sz="1200" b="1" dirty="0"/>
              <a:t>mecanismo de codificación</a:t>
            </a:r>
            <a:r>
              <a:rPr lang="es-ES" sz="1200" dirty="0"/>
              <a:t>, no de cifrado.</a:t>
            </a:r>
          </a:p>
          <a:p>
            <a:pPr marL="0" indent="0">
              <a:lnSpc>
                <a:spcPct val="90000"/>
              </a:lnSpc>
              <a:buNone/>
            </a:pPr>
            <a:r>
              <a:rPr lang="es-ES" sz="1200" dirty="0"/>
              <a:t>Se utiliza para:</a:t>
            </a:r>
          </a:p>
          <a:p>
            <a:pPr lvl="1">
              <a:lnSpc>
                <a:spcPct val="90000"/>
              </a:lnSpc>
            </a:pPr>
            <a:r>
              <a:rPr lang="es-ES" sz="1200" dirty="0"/>
              <a:t>Representar datos binarios como texto ASCII</a:t>
            </a:r>
          </a:p>
          <a:p>
            <a:pPr lvl="1">
              <a:lnSpc>
                <a:spcPct val="90000"/>
              </a:lnSpc>
            </a:pPr>
            <a:r>
              <a:rPr lang="es-ES" sz="1200" dirty="0"/>
              <a:t>Transportar datos por protocolos que solo admiten texto</a:t>
            </a:r>
          </a:p>
          <a:p>
            <a:pPr lvl="1">
              <a:lnSpc>
                <a:spcPct val="90000"/>
              </a:lnSpc>
            </a:pPr>
            <a:r>
              <a:rPr lang="es-ES" sz="1200" dirty="0"/>
              <a:t>Emails (MIME)</a:t>
            </a:r>
          </a:p>
          <a:p>
            <a:pPr lvl="1">
              <a:lnSpc>
                <a:spcPct val="90000"/>
              </a:lnSpc>
            </a:pPr>
            <a:r>
              <a:rPr lang="es-ES" sz="1200" dirty="0"/>
              <a:t>JSON, XML, </a:t>
            </a:r>
            <a:r>
              <a:rPr lang="es-ES" sz="1200" dirty="0" err="1"/>
              <a:t>APIs</a:t>
            </a:r>
            <a:endParaRPr lang="es-ES" sz="1200" dirty="0"/>
          </a:p>
          <a:p>
            <a:pPr lvl="1">
              <a:lnSpc>
                <a:spcPct val="90000"/>
              </a:lnSpc>
            </a:pPr>
            <a:r>
              <a:rPr lang="es-ES" sz="1200" dirty="0"/>
              <a:t>Tokens y configuraciones</a:t>
            </a:r>
          </a:p>
          <a:p>
            <a:pPr marL="0" indent="0">
              <a:lnSpc>
                <a:spcPct val="90000"/>
              </a:lnSpc>
              <a:buNone/>
            </a:pPr>
            <a:r>
              <a:rPr lang="es-ES" sz="1200" dirty="0"/>
              <a:t>Características:</a:t>
            </a:r>
          </a:p>
          <a:p>
            <a:pPr lvl="1">
              <a:lnSpc>
                <a:spcPct val="90000"/>
              </a:lnSpc>
            </a:pPr>
            <a:r>
              <a:rPr lang="es-ES" sz="1200" dirty="0"/>
              <a:t>Usa caracteres: A–Z a–z 0–9 + /</a:t>
            </a:r>
          </a:p>
          <a:p>
            <a:pPr lvl="1">
              <a:lnSpc>
                <a:spcPct val="90000"/>
              </a:lnSpc>
            </a:pPr>
            <a:r>
              <a:rPr lang="es-ES" sz="1200" dirty="0"/>
              <a:t>Puede terminar en = o == (</a:t>
            </a:r>
            <a:r>
              <a:rPr lang="es-ES" sz="1200" dirty="0" err="1"/>
              <a:t>padding</a:t>
            </a:r>
            <a:r>
              <a:rPr lang="es-ES" sz="1200" dirty="0"/>
              <a:t>)</a:t>
            </a:r>
          </a:p>
          <a:p>
            <a:pPr lvl="1">
              <a:lnSpc>
                <a:spcPct val="90000"/>
              </a:lnSpc>
            </a:pPr>
            <a:r>
              <a:rPr lang="es-ES" sz="1200" dirty="0"/>
              <a:t>Es </a:t>
            </a:r>
            <a:r>
              <a:rPr lang="es-ES" sz="1200" b="1" dirty="0"/>
              <a:t>reversible sin clave</a:t>
            </a:r>
            <a:endParaRPr lang="es-ES" sz="1200" dirty="0"/>
          </a:p>
          <a:p>
            <a:pPr marL="0" indent="0">
              <a:lnSpc>
                <a:spcPct val="90000"/>
              </a:lnSpc>
              <a:buNone/>
              <a:defRPr sz="2000">
                <a:solidFill>
                  <a:srgbClr val="3C3C3C"/>
                </a:solidFill>
              </a:defRPr>
            </a:pPr>
            <a:endParaRPr lang="es-E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11 → 12 🎯 Descifrar ROT13. 🔐 Criptografía</a:t>
            </a:r>
            <a:br>
              <a:rPr lang="es-ES" sz="2200">
                <a:solidFill>
                  <a:srgbClr val="FFFFFF"/>
                </a:solidFill>
              </a:rPr>
            </a:b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69273" y="1778000"/>
            <a:ext cx="8963891" cy="4785462"/>
          </a:xfrm>
        </p:spPr>
        <p:txBody>
          <a:bodyPr anchor="ctr">
            <a:normAutofit/>
          </a:bodyPr>
          <a:lstStyle/>
          <a:p>
            <a:pPr marL="0" indent="0">
              <a:lnSpc>
                <a:spcPct val="90000"/>
              </a:lnSpc>
              <a:buNone/>
            </a:pPr>
            <a:r>
              <a:rPr lang="es-ES" sz="1100" b="1" dirty="0"/>
              <a:t>Objetivo del nivel</a:t>
            </a:r>
            <a:br>
              <a:rPr lang="es-ES" sz="1100" dirty="0"/>
            </a:br>
            <a:r>
              <a:rPr lang="es-ES" sz="1100" dirty="0"/>
              <a:t>La contraseña para el siguiente nivel se encuentra almacenada en el archivo data.txt, donde todas las letras minúsculas (a-z) y mayúsculas (A-Z) se han rotado 13 posiciones.</a:t>
            </a:r>
          </a:p>
          <a:p>
            <a:pPr marL="0" indent="0">
              <a:lnSpc>
                <a:spcPct val="90000"/>
              </a:lnSpc>
              <a:buNone/>
            </a:pPr>
            <a:endParaRPr lang="es-ES" sz="1100" b="1" dirty="0"/>
          </a:p>
          <a:p>
            <a:pPr marL="0" indent="0">
              <a:lnSpc>
                <a:spcPct val="90000"/>
              </a:lnSpc>
              <a:buNone/>
            </a:pPr>
            <a:r>
              <a:rPr lang="es-ES" sz="1100" b="1" dirty="0"/>
              <a:t>Comandos que pueden ser necesarios para resolver este nivel</a:t>
            </a:r>
            <a:br>
              <a:rPr lang="es-ES" sz="1100" dirty="0"/>
            </a:br>
            <a:r>
              <a:rPr lang="es-ES" sz="1100" dirty="0"/>
              <a:t>grep, </a:t>
            </a:r>
            <a:r>
              <a:rPr lang="es-ES" sz="1100" dirty="0" err="1"/>
              <a:t>sort</a:t>
            </a:r>
            <a:r>
              <a:rPr lang="es-ES" sz="1100" dirty="0"/>
              <a:t>, </a:t>
            </a:r>
            <a:r>
              <a:rPr lang="es-ES" sz="1100" dirty="0" err="1"/>
              <a:t>uniq</a:t>
            </a:r>
            <a:r>
              <a:rPr lang="es-ES" sz="1100" dirty="0"/>
              <a:t>, </a:t>
            </a:r>
            <a:r>
              <a:rPr lang="es-ES" sz="1100" dirty="0" err="1"/>
              <a:t>strings</a:t>
            </a:r>
            <a:r>
              <a:rPr lang="es-ES" sz="1100" dirty="0"/>
              <a:t>, base64, </a:t>
            </a:r>
            <a:r>
              <a:rPr lang="es-ES" sz="1100" dirty="0" err="1"/>
              <a:t>tr</a:t>
            </a:r>
            <a:r>
              <a:rPr lang="es-ES" sz="1100" dirty="0"/>
              <a:t>, </a:t>
            </a:r>
            <a:r>
              <a:rPr lang="es-ES" sz="1100" dirty="0" err="1"/>
              <a:t>tar</a:t>
            </a:r>
            <a:r>
              <a:rPr lang="es-ES" sz="1100" dirty="0"/>
              <a:t>, </a:t>
            </a:r>
            <a:r>
              <a:rPr lang="es-ES" sz="1100" dirty="0" err="1"/>
              <a:t>gzip</a:t>
            </a:r>
            <a:r>
              <a:rPr lang="es-ES" sz="1100" dirty="0"/>
              <a:t>, bzip2, </a:t>
            </a:r>
            <a:r>
              <a:rPr lang="es-ES" sz="1100" dirty="0" err="1"/>
              <a:t>xxd</a:t>
            </a:r>
            <a:endParaRPr lang="es-ES" sz="1100" dirty="0"/>
          </a:p>
          <a:p>
            <a:pPr marL="0" indent="0">
              <a:lnSpc>
                <a:spcPct val="90000"/>
              </a:lnSpc>
              <a:buNone/>
            </a:pPr>
            <a:endParaRPr lang="es-ES" sz="1100" b="1" dirty="0"/>
          </a:p>
          <a:p>
            <a:pPr marL="0" indent="0">
              <a:lnSpc>
                <a:spcPct val="90000"/>
              </a:lnSpc>
              <a:buNone/>
            </a:pPr>
            <a:r>
              <a:rPr lang="es-ES" sz="1100" b="1" dirty="0"/>
              <a:t>Material de lectura útil</a:t>
            </a:r>
            <a:br>
              <a:rPr lang="es-ES" sz="1100" dirty="0"/>
            </a:br>
            <a:r>
              <a:rPr lang="es-ES" sz="1100" dirty="0"/>
              <a:t>Rot13 en Wikipedia</a:t>
            </a:r>
          </a:p>
          <a:p>
            <a:pPr marL="0" indent="0">
              <a:lnSpc>
                <a:spcPct val="90000"/>
              </a:lnSpc>
              <a:buNone/>
            </a:pPr>
            <a:endParaRPr lang="es-ES" sz="1100" b="1" dirty="0"/>
          </a:p>
          <a:p>
            <a:pPr marL="0" indent="0">
              <a:lnSpc>
                <a:spcPct val="90000"/>
              </a:lnSpc>
              <a:buNone/>
            </a:pPr>
            <a:r>
              <a:rPr lang="es-ES" sz="1100" b="1" dirty="0"/>
              <a:t>Concepto clave previo: ¿qué es ROT13?</a:t>
            </a:r>
          </a:p>
          <a:p>
            <a:pPr marL="0" indent="0">
              <a:lnSpc>
                <a:spcPct val="90000"/>
              </a:lnSpc>
              <a:buNone/>
            </a:pPr>
            <a:r>
              <a:rPr lang="es-ES" sz="1100" dirty="0"/>
              <a:t>ROT13 (</a:t>
            </a:r>
            <a:r>
              <a:rPr lang="es-ES" sz="1100" dirty="0" err="1"/>
              <a:t>Rotate</a:t>
            </a:r>
            <a:r>
              <a:rPr lang="es-ES" sz="1100" dirty="0"/>
              <a:t> </a:t>
            </a:r>
            <a:r>
              <a:rPr lang="es-ES" sz="1100" dirty="0" err="1"/>
              <a:t>by</a:t>
            </a:r>
            <a:r>
              <a:rPr lang="es-ES" sz="1100" dirty="0"/>
              <a:t> 13):</a:t>
            </a:r>
          </a:p>
          <a:p>
            <a:pPr lvl="1">
              <a:lnSpc>
                <a:spcPct val="90000"/>
              </a:lnSpc>
            </a:pPr>
            <a:r>
              <a:rPr lang="es-ES" sz="1100" dirty="0"/>
              <a:t>Sustituye cada letra por la que está </a:t>
            </a:r>
            <a:r>
              <a:rPr lang="es-ES" sz="1100" b="1" dirty="0"/>
              <a:t>13 posiciones más adelante</a:t>
            </a:r>
            <a:r>
              <a:rPr lang="es-ES" sz="1100" dirty="0"/>
              <a:t> en el alfabeto</a:t>
            </a:r>
          </a:p>
          <a:p>
            <a:pPr lvl="1">
              <a:lnSpc>
                <a:spcPct val="90000"/>
              </a:lnSpc>
            </a:pPr>
            <a:r>
              <a:rPr lang="es-ES" sz="1100" dirty="0"/>
              <a:t>Funciona igual para:</a:t>
            </a:r>
          </a:p>
          <a:p>
            <a:pPr lvl="2">
              <a:lnSpc>
                <a:spcPct val="90000"/>
              </a:lnSpc>
            </a:pPr>
            <a:r>
              <a:rPr lang="es-ES" sz="1100" dirty="0"/>
              <a:t>Minúsculas (a–z)</a:t>
            </a:r>
          </a:p>
          <a:p>
            <a:pPr lvl="2">
              <a:lnSpc>
                <a:spcPct val="90000"/>
              </a:lnSpc>
            </a:pPr>
            <a:r>
              <a:rPr lang="es-ES" sz="1100" dirty="0"/>
              <a:t>Mayúsculas (A–Z)</a:t>
            </a:r>
          </a:p>
          <a:p>
            <a:pPr lvl="1">
              <a:lnSpc>
                <a:spcPct val="90000"/>
              </a:lnSpc>
            </a:pPr>
            <a:r>
              <a:rPr lang="es-ES" sz="1100" dirty="0"/>
              <a:t>No afecta a:</a:t>
            </a:r>
          </a:p>
          <a:p>
            <a:pPr lvl="2">
              <a:lnSpc>
                <a:spcPct val="90000"/>
              </a:lnSpc>
            </a:pPr>
            <a:r>
              <a:rPr lang="es-ES" sz="1100" dirty="0"/>
              <a:t>Números</a:t>
            </a:r>
          </a:p>
          <a:p>
            <a:pPr lvl="2">
              <a:lnSpc>
                <a:spcPct val="90000"/>
              </a:lnSpc>
            </a:pPr>
            <a:r>
              <a:rPr lang="es-ES" sz="1100" dirty="0"/>
              <a:t>Símbolos</a:t>
            </a:r>
          </a:p>
          <a:p>
            <a:pPr lvl="2">
              <a:lnSpc>
                <a:spcPct val="90000"/>
              </a:lnSpc>
            </a:pPr>
            <a:r>
              <a:rPr lang="es-ES" sz="1100" dirty="0"/>
              <a:t>Espacios</a:t>
            </a:r>
          </a:p>
          <a:p>
            <a:pPr>
              <a:lnSpc>
                <a:spcPct val="90000"/>
              </a:lnSpc>
            </a:pPr>
            <a:r>
              <a:rPr lang="es-ES" sz="1100" dirty="0"/>
              <a:t>Ejemplo:</a:t>
            </a:r>
          </a:p>
          <a:p>
            <a:pPr lvl="1">
              <a:lnSpc>
                <a:spcPct val="90000"/>
              </a:lnSpc>
            </a:pPr>
            <a:r>
              <a:rPr lang="es-ES" sz="1100" dirty="0"/>
              <a:t>a ↔ n b ↔ o c ↔ p ...</a:t>
            </a:r>
          </a:p>
          <a:p>
            <a:pPr marL="457200" lvl="1" indent="0">
              <a:lnSpc>
                <a:spcPct val="90000"/>
              </a:lnSpc>
              <a:buNone/>
            </a:pPr>
            <a:r>
              <a:rPr lang="es-ES" sz="1100" dirty="0"/>
              <a:t>Como el alfabeto tiene 26 letras:</a:t>
            </a:r>
          </a:p>
          <a:p>
            <a:pPr lvl="1">
              <a:lnSpc>
                <a:spcPct val="90000"/>
              </a:lnSpc>
            </a:pPr>
            <a:r>
              <a:rPr lang="es-ES" sz="1100" dirty="0"/>
              <a:t>13 es justo la mitad</a:t>
            </a:r>
          </a:p>
          <a:p>
            <a:pPr lvl="1">
              <a:lnSpc>
                <a:spcPct val="90000"/>
              </a:lnSpc>
            </a:pPr>
            <a:r>
              <a:rPr lang="es-ES" sz="1100" dirty="0"/>
              <a:t>ROT13 es </a:t>
            </a:r>
            <a:r>
              <a:rPr lang="es-ES" sz="1100" b="1" dirty="0"/>
              <a:t>su propio inverso</a:t>
            </a:r>
            <a:endParaRPr lang="es-ES" sz="1100" dirty="0"/>
          </a:p>
          <a:p>
            <a:pPr marL="0" indent="0">
              <a:lnSpc>
                <a:spcPct val="90000"/>
              </a:lnSpc>
              <a:buNone/>
              <a:defRPr sz="2000">
                <a:solidFill>
                  <a:srgbClr val="3C3C3C"/>
                </a:solidFill>
              </a:defRPr>
            </a:pPr>
            <a:endParaRPr lang="es-E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1900">
                <a:solidFill>
                  <a:srgbClr val="FFFFFF"/>
                </a:solidFill>
              </a:rPr>
              <a:t>Nivel 12 → 13 🎯 Analizar compresión por capas. 🧠 Metodología</a:t>
            </a:r>
            <a:br>
              <a:rPr lang="es-ES" sz="1900">
                <a:solidFill>
                  <a:srgbClr val="FFFFFF"/>
                </a:solidFill>
              </a:rPr>
            </a:br>
            <a:br>
              <a:rPr lang="es-ES" sz="1900">
                <a:solidFill>
                  <a:srgbClr val="FFFFFF"/>
                </a:solidFill>
              </a:rPr>
            </a:br>
            <a:endParaRPr lang="es-ES" sz="1900">
              <a:solidFill>
                <a:srgbClr val="FFFFFF"/>
              </a:solidFill>
            </a:endParaRPr>
          </a:p>
        </p:txBody>
      </p:sp>
      <p:sp>
        <p:nvSpPr>
          <p:cNvPr id="3" name="Content Placeholder 2"/>
          <p:cNvSpPr>
            <a:spLocks noGrp="1"/>
          </p:cNvSpPr>
          <p:nvPr>
            <p:ph idx="1"/>
          </p:nvPr>
        </p:nvSpPr>
        <p:spPr>
          <a:xfrm>
            <a:off x="120073" y="1787236"/>
            <a:ext cx="8880763" cy="4776226"/>
          </a:xfrm>
        </p:spPr>
        <p:txBody>
          <a:bodyPr anchor="ctr">
            <a:normAutofit/>
          </a:bodyPr>
          <a:lstStyle/>
          <a:p>
            <a:pPr marL="0" indent="0">
              <a:lnSpc>
                <a:spcPct val="90000"/>
              </a:lnSpc>
              <a:buNone/>
            </a:pPr>
            <a:r>
              <a:rPr lang="es-ES" sz="1400" b="1" dirty="0"/>
              <a:t>Objetivo del nivel</a:t>
            </a:r>
            <a:br>
              <a:rPr lang="es-ES" sz="1400" dirty="0"/>
            </a:br>
            <a:r>
              <a:rPr lang="es-ES" sz="1400" dirty="0"/>
              <a:t>La contraseña para el siguiente nivel se encuentra almacenada en el archivo data.txt, que es un volcado hexadecimal de un archivo que ha sido comprimido repetidamente. Para este nivel, puede resultar útil crear un directorio en /</a:t>
            </a:r>
            <a:r>
              <a:rPr lang="es-ES" sz="1400" dirty="0" err="1"/>
              <a:t>tmp</a:t>
            </a:r>
            <a:r>
              <a:rPr lang="es-ES" sz="1400" dirty="0"/>
              <a:t> en el que puedas trabajar. Utiliza </a:t>
            </a:r>
            <a:r>
              <a:rPr lang="es-ES" sz="1400" dirty="0" err="1"/>
              <a:t>mkdir</a:t>
            </a:r>
            <a:r>
              <a:rPr lang="es-ES" sz="1400" dirty="0"/>
              <a:t> con un nombre de directorio difícil de adivinar. O mejor aún, utiliza el comando </a:t>
            </a:r>
            <a:r>
              <a:rPr lang="es-ES" sz="1400" dirty="0" err="1"/>
              <a:t>mktemp</a:t>
            </a:r>
            <a:r>
              <a:rPr lang="es-ES" sz="1400" dirty="0"/>
              <a:t> -d. A continuación, copie el archivo de datos con </a:t>
            </a:r>
            <a:r>
              <a:rPr lang="es-ES" sz="1400" dirty="0" err="1"/>
              <a:t>cp</a:t>
            </a:r>
            <a:r>
              <a:rPr lang="es-ES" sz="1400" dirty="0"/>
              <a:t> y cámbiale el nombre con </a:t>
            </a:r>
            <a:r>
              <a:rPr lang="es-ES" sz="1400" dirty="0" err="1"/>
              <a:t>mv</a:t>
            </a:r>
            <a:r>
              <a:rPr lang="es-ES" sz="1400" dirty="0"/>
              <a:t> (¡lea las páginas de manual!).</a:t>
            </a:r>
          </a:p>
          <a:p>
            <a:pPr marL="0" indent="0">
              <a:lnSpc>
                <a:spcPct val="90000"/>
              </a:lnSpc>
              <a:buNone/>
            </a:pPr>
            <a:endParaRPr lang="es-ES" sz="1400" b="1" dirty="0"/>
          </a:p>
          <a:p>
            <a:pPr marL="0" indent="0">
              <a:lnSpc>
                <a:spcPct val="90000"/>
              </a:lnSpc>
              <a:buNone/>
            </a:pPr>
            <a:r>
              <a:rPr lang="es-ES" sz="1400" b="1" dirty="0"/>
              <a:t>Comandos que puede necesitar para resolver este nivel</a:t>
            </a:r>
            <a:br>
              <a:rPr lang="es-ES" sz="1400" dirty="0"/>
            </a:br>
            <a:r>
              <a:rPr lang="es-ES" sz="1400" dirty="0"/>
              <a:t>grep, </a:t>
            </a:r>
            <a:r>
              <a:rPr lang="es-ES" sz="1400" dirty="0" err="1"/>
              <a:t>sort</a:t>
            </a:r>
            <a:r>
              <a:rPr lang="es-ES" sz="1400" dirty="0"/>
              <a:t>, </a:t>
            </a:r>
            <a:r>
              <a:rPr lang="es-ES" sz="1400" dirty="0" err="1"/>
              <a:t>uniq</a:t>
            </a:r>
            <a:r>
              <a:rPr lang="es-ES" sz="1400" dirty="0"/>
              <a:t>, </a:t>
            </a:r>
            <a:r>
              <a:rPr lang="es-ES" sz="1400" dirty="0" err="1"/>
              <a:t>strings</a:t>
            </a:r>
            <a:r>
              <a:rPr lang="es-ES" sz="1400" dirty="0"/>
              <a:t>, base64, </a:t>
            </a:r>
            <a:r>
              <a:rPr lang="es-ES" sz="1400" dirty="0" err="1"/>
              <a:t>tr</a:t>
            </a:r>
            <a:r>
              <a:rPr lang="es-ES" sz="1400" dirty="0"/>
              <a:t>, </a:t>
            </a:r>
            <a:r>
              <a:rPr lang="es-ES" sz="1400" dirty="0" err="1"/>
              <a:t>tar</a:t>
            </a:r>
            <a:r>
              <a:rPr lang="es-ES" sz="1400" dirty="0"/>
              <a:t>, </a:t>
            </a:r>
            <a:r>
              <a:rPr lang="es-ES" sz="1400" dirty="0" err="1"/>
              <a:t>gzip</a:t>
            </a:r>
            <a:r>
              <a:rPr lang="es-ES" sz="1400" dirty="0"/>
              <a:t>, bzip2, </a:t>
            </a:r>
            <a:r>
              <a:rPr lang="es-ES" sz="1400" dirty="0" err="1"/>
              <a:t>xxd</a:t>
            </a:r>
            <a:r>
              <a:rPr lang="es-ES" sz="1400" dirty="0"/>
              <a:t>, </a:t>
            </a:r>
            <a:r>
              <a:rPr lang="es-ES" sz="1400" dirty="0" err="1"/>
              <a:t>mkdir</a:t>
            </a:r>
            <a:r>
              <a:rPr lang="es-ES" sz="1400" dirty="0"/>
              <a:t>, </a:t>
            </a:r>
            <a:r>
              <a:rPr lang="es-ES" sz="1400" dirty="0" err="1"/>
              <a:t>cp</a:t>
            </a:r>
            <a:r>
              <a:rPr lang="es-ES" sz="1400" dirty="0"/>
              <a:t>, </a:t>
            </a:r>
            <a:r>
              <a:rPr lang="es-ES" sz="1400" dirty="0" err="1"/>
              <a:t>mv</a:t>
            </a:r>
            <a:r>
              <a:rPr lang="es-ES" sz="1400" dirty="0"/>
              <a:t>, file</a:t>
            </a:r>
          </a:p>
          <a:p>
            <a:pPr marL="0" indent="0">
              <a:lnSpc>
                <a:spcPct val="90000"/>
              </a:lnSpc>
              <a:buNone/>
            </a:pPr>
            <a:endParaRPr lang="es-ES" sz="1400" b="1" dirty="0"/>
          </a:p>
          <a:p>
            <a:pPr marL="0" indent="0">
              <a:lnSpc>
                <a:spcPct val="90000"/>
              </a:lnSpc>
              <a:buNone/>
            </a:pPr>
            <a:r>
              <a:rPr lang="es-ES" sz="1400" b="1" dirty="0"/>
              <a:t>Material de lectura útil</a:t>
            </a:r>
            <a:br>
              <a:rPr lang="es-ES" sz="1400" dirty="0"/>
            </a:br>
            <a:r>
              <a:rPr lang="es-ES" sz="1400" dirty="0"/>
              <a:t>Volcado hexadecimal en Wikipedia</a:t>
            </a:r>
          </a:p>
          <a:p>
            <a:pPr marL="0" indent="0">
              <a:lnSpc>
                <a:spcPct val="90000"/>
              </a:lnSpc>
              <a:buNone/>
            </a:pPr>
            <a:endParaRPr lang="es-ES" sz="1400" b="1" dirty="0"/>
          </a:p>
          <a:p>
            <a:pPr marL="0" indent="0">
              <a:lnSpc>
                <a:spcPct val="90000"/>
              </a:lnSpc>
              <a:buNone/>
            </a:pPr>
            <a:r>
              <a:rPr lang="es-ES" sz="1400" b="1" dirty="0"/>
              <a:t>Buenas prácticas obligatorias: trabajar en /</a:t>
            </a:r>
            <a:r>
              <a:rPr lang="es-ES" sz="1400" b="1" dirty="0" err="1"/>
              <a:t>tmp</a:t>
            </a:r>
            <a:endParaRPr lang="es-ES" sz="1400" b="1" dirty="0"/>
          </a:p>
          <a:p>
            <a:pPr marL="0" indent="0">
              <a:lnSpc>
                <a:spcPct val="90000"/>
              </a:lnSpc>
              <a:buNone/>
            </a:pPr>
            <a:r>
              <a:rPr lang="es-ES" sz="1400" dirty="0"/>
              <a:t>Nunca trabajes directamente en $HOME con binarios intermedios.</a:t>
            </a:r>
          </a:p>
          <a:p>
            <a:pPr marL="0" indent="0">
              <a:lnSpc>
                <a:spcPct val="90000"/>
              </a:lnSpc>
              <a:buNone/>
              <a:defRPr sz="2000">
                <a:solidFill>
                  <a:srgbClr val="3C3C3C"/>
                </a:solidFill>
              </a:defRPr>
            </a:pPr>
            <a:endParaRPr lang="es-E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13 → 14 🎯 Autenticación con clave SSH.🔐 Seguridad</a:t>
            </a: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147782" y="1805708"/>
            <a:ext cx="8799485" cy="4757753"/>
          </a:xfrm>
        </p:spPr>
        <p:txBody>
          <a:bodyPr anchor="ctr">
            <a:normAutofit/>
          </a:bodyPr>
          <a:lstStyle/>
          <a:p>
            <a:pPr marL="0" indent="0">
              <a:lnSpc>
                <a:spcPct val="90000"/>
              </a:lnSpc>
              <a:buNone/>
            </a:pPr>
            <a:r>
              <a:rPr lang="es-ES" sz="1400" b="1" dirty="0"/>
              <a:t>Objetivo del nivel</a:t>
            </a:r>
            <a:br>
              <a:rPr lang="es-ES" sz="1400" dirty="0"/>
            </a:br>
            <a:r>
              <a:rPr lang="es-ES" sz="1400" dirty="0"/>
              <a:t>La contraseña para el siguiente nivel se encuentra almacenada en /</a:t>
            </a:r>
            <a:r>
              <a:rPr lang="es-ES" sz="1400" dirty="0" err="1"/>
              <a:t>etc</a:t>
            </a:r>
            <a:r>
              <a:rPr lang="es-ES" sz="1400" dirty="0"/>
              <a:t>/</a:t>
            </a:r>
            <a:r>
              <a:rPr lang="es-ES" sz="1400" dirty="0" err="1"/>
              <a:t>bandit_pass</a:t>
            </a:r>
            <a:r>
              <a:rPr lang="es-ES" sz="1400" dirty="0"/>
              <a:t>/bandit14 y solo puede ser leída por el usuario bandit14. En este nivel, no obtendrás la siguiente contraseña, pero sí una clave SSH privada que podrás utilizar para iniciar sesión en el siguiente nivel. Echa un vistazo a los comandos que te permitieron iniciar sesión en los niveles anteriores de </a:t>
            </a:r>
            <a:r>
              <a:rPr lang="es-ES" sz="1400" dirty="0" err="1"/>
              <a:t>Bandit</a:t>
            </a:r>
            <a:r>
              <a:rPr lang="es-ES" sz="1400" dirty="0"/>
              <a:t> y descubre cómo utilizar la clave para este nivel.</a:t>
            </a:r>
          </a:p>
          <a:p>
            <a:pPr marL="0" indent="0">
              <a:lnSpc>
                <a:spcPct val="90000"/>
              </a:lnSpc>
              <a:buNone/>
            </a:pPr>
            <a:endParaRPr lang="es-ES" sz="1400" b="1" dirty="0"/>
          </a:p>
          <a:p>
            <a:pPr marL="0" indent="0">
              <a:lnSpc>
                <a:spcPct val="90000"/>
              </a:lnSpc>
              <a:buNone/>
            </a:pPr>
            <a:r>
              <a:rPr lang="es-ES" sz="1400" b="1" dirty="0"/>
              <a:t>Comandos que puede necesitar para resolver este nivel</a:t>
            </a:r>
            <a:br>
              <a:rPr lang="es-ES" sz="1400" dirty="0"/>
            </a:br>
            <a:r>
              <a:rPr lang="es-ES" sz="1400" dirty="0" err="1"/>
              <a:t>ssh</a:t>
            </a:r>
            <a:r>
              <a:rPr lang="es-ES" sz="1400" dirty="0"/>
              <a:t>, </a:t>
            </a:r>
            <a:r>
              <a:rPr lang="es-ES" sz="1400" dirty="0" err="1"/>
              <a:t>scp</a:t>
            </a:r>
            <a:r>
              <a:rPr lang="es-ES" sz="1400" dirty="0"/>
              <a:t>, </a:t>
            </a:r>
            <a:r>
              <a:rPr lang="es-ES" sz="1400" dirty="0" err="1"/>
              <a:t>umask</a:t>
            </a:r>
            <a:r>
              <a:rPr lang="es-ES" sz="1400" dirty="0"/>
              <a:t>, </a:t>
            </a:r>
            <a:r>
              <a:rPr lang="es-ES" sz="1400" dirty="0" err="1"/>
              <a:t>chmod</a:t>
            </a:r>
            <a:r>
              <a:rPr lang="es-ES" sz="1400" dirty="0"/>
              <a:t>, </a:t>
            </a:r>
            <a:r>
              <a:rPr lang="es-ES" sz="1400" dirty="0" err="1"/>
              <a:t>cat</a:t>
            </a:r>
            <a:r>
              <a:rPr lang="es-ES" sz="1400" dirty="0"/>
              <a:t>, </a:t>
            </a:r>
            <a:r>
              <a:rPr lang="es-ES" sz="1400" dirty="0" err="1"/>
              <a:t>nc</a:t>
            </a:r>
            <a:r>
              <a:rPr lang="es-ES" sz="1400" dirty="0"/>
              <a:t>, </a:t>
            </a:r>
            <a:r>
              <a:rPr lang="es-ES" sz="1400" dirty="0" err="1"/>
              <a:t>install</a:t>
            </a:r>
            <a:endParaRPr lang="es-ES" sz="1400" dirty="0"/>
          </a:p>
          <a:p>
            <a:pPr marL="0" indent="0">
              <a:lnSpc>
                <a:spcPct val="90000"/>
              </a:lnSpc>
              <a:buNone/>
            </a:pPr>
            <a:endParaRPr lang="es-ES" sz="1400" b="1" dirty="0"/>
          </a:p>
          <a:p>
            <a:pPr marL="0" indent="0">
              <a:lnSpc>
                <a:spcPct val="90000"/>
              </a:lnSpc>
              <a:buNone/>
            </a:pPr>
            <a:r>
              <a:rPr lang="es-ES" sz="1400" b="1" dirty="0"/>
              <a:t>Material de lectura útil</a:t>
            </a:r>
            <a:br>
              <a:rPr lang="es-ES" sz="1400" dirty="0"/>
            </a:br>
            <a:r>
              <a:rPr lang="es-ES" sz="1400" dirty="0"/>
              <a:t>SSH/</a:t>
            </a:r>
            <a:r>
              <a:rPr lang="es-ES" sz="1400" dirty="0" err="1"/>
              <a:t>OpenSSH</a:t>
            </a:r>
            <a:r>
              <a:rPr lang="es-ES" sz="1400" dirty="0"/>
              <a:t>/</a:t>
            </a:r>
            <a:r>
              <a:rPr lang="es-ES" sz="1400" dirty="0" err="1"/>
              <a:t>Keys</a:t>
            </a:r>
            <a:endParaRPr lang="es-ES" sz="1400" dirty="0"/>
          </a:p>
          <a:p>
            <a:pPr marL="0" indent="0">
              <a:lnSpc>
                <a:spcPct val="90000"/>
              </a:lnSpc>
              <a:buNone/>
            </a:pPr>
            <a:endParaRPr lang="es-ES" sz="1400" b="1" dirty="0"/>
          </a:p>
          <a:p>
            <a:pPr marL="0" indent="0">
              <a:lnSpc>
                <a:spcPct val="90000"/>
              </a:lnSpc>
              <a:buNone/>
            </a:pPr>
            <a:r>
              <a:rPr lang="es-ES" sz="1400" b="1" dirty="0"/>
              <a:t>Concepto clave previo: autenticación SSH por claves</a:t>
            </a:r>
          </a:p>
          <a:p>
            <a:pPr>
              <a:lnSpc>
                <a:spcPct val="90000"/>
              </a:lnSpc>
            </a:pPr>
            <a:r>
              <a:rPr lang="es-ES" sz="1400" dirty="0"/>
              <a:t>En SSH existen dos métodos principales:</a:t>
            </a:r>
          </a:p>
          <a:p>
            <a:pPr lvl="1">
              <a:lnSpc>
                <a:spcPct val="90000"/>
              </a:lnSpc>
            </a:pPr>
            <a:r>
              <a:rPr lang="es-ES" sz="1400" b="1" dirty="0"/>
              <a:t>Contraseña</a:t>
            </a:r>
            <a:endParaRPr lang="es-ES" sz="1400" dirty="0"/>
          </a:p>
          <a:p>
            <a:pPr lvl="1">
              <a:lnSpc>
                <a:spcPct val="90000"/>
              </a:lnSpc>
            </a:pPr>
            <a:r>
              <a:rPr lang="es-ES" sz="1400" b="1" dirty="0"/>
              <a:t>Clave pública / privada</a:t>
            </a:r>
            <a:r>
              <a:rPr lang="es-ES" sz="1400" dirty="0"/>
              <a:t> (recomendado y estándar profesional)</a:t>
            </a:r>
          </a:p>
          <a:p>
            <a:pPr>
              <a:lnSpc>
                <a:spcPct val="90000"/>
              </a:lnSpc>
            </a:pPr>
            <a:r>
              <a:rPr lang="es-ES" sz="1400" dirty="0"/>
              <a:t>En este nivel:</a:t>
            </a:r>
          </a:p>
          <a:p>
            <a:pPr lvl="1">
              <a:lnSpc>
                <a:spcPct val="90000"/>
              </a:lnSpc>
            </a:pPr>
            <a:r>
              <a:rPr lang="es-ES" sz="1400" dirty="0"/>
              <a:t>Tú ya tienes la </a:t>
            </a:r>
            <a:r>
              <a:rPr lang="es-ES" sz="1400" b="1" dirty="0"/>
              <a:t>clave privada</a:t>
            </a:r>
            <a:endParaRPr lang="es-ES" sz="1400" dirty="0"/>
          </a:p>
          <a:p>
            <a:pPr lvl="1">
              <a:lnSpc>
                <a:spcPct val="90000"/>
              </a:lnSpc>
            </a:pPr>
            <a:r>
              <a:rPr lang="es-ES" sz="1400" dirty="0"/>
              <a:t>El servidor ya tiene la </a:t>
            </a:r>
            <a:r>
              <a:rPr lang="es-ES" sz="1400" b="1" dirty="0"/>
              <a:t>clave pública asociada</a:t>
            </a:r>
            <a:endParaRPr lang="es-ES" sz="1400" dirty="0"/>
          </a:p>
          <a:p>
            <a:pPr lvl="1">
              <a:lnSpc>
                <a:spcPct val="90000"/>
              </a:lnSpc>
            </a:pPr>
            <a:r>
              <a:rPr lang="es-ES" sz="1400" dirty="0"/>
              <a:t>SSH validará que posees la clave correcta</a:t>
            </a:r>
          </a:p>
          <a:p>
            <a:pPr lvl="1">
              <a:lnSpc>
                <a:spcPct val="90000"/>
              </a:lnSpc>
            </a:pPr>
            <a:r>
              <a:rPr lang="es-ES" sz="1400" dirty="0"/>
              <a:t>👉 </a:t>
            </a:r>
            <a:r>
              <a:rPr lang="es-ES" sz="1400" b="1" dirty="0"/>
              <a:t>No hay </a:t>
            </a:r>
            <a:r>
              <a:rPr lang="es-ES" sz="1400" b="1" dirty="0" err="1"/>
              <a:t>password</a:t>
            </a:r>
            <a:r>
              <a:rPr lang="es-ES" sz="1400" b="1" dirty="0"/>
              <a:t> que introducir</a:t>
            </a:r>
            <a:r>
              <a:rPr lang="es-ES" sz="1400" dirty="0"/>
              <a:t>.</a:t>
            </a:r>
          </a:p>
          <a:p>
            <a:pPr marL="0" indent="0">
              <a:lnSpc>
                <a:spcPct val="90000"/>
              </a:lnSpc>
              <a:buNone/>
              <a:defRPr sz="2000">
                <a:solidFill>
                  <a:srgbClr val="3C3C3C"/>
                </a:solidFill>
              </a:defRPr>
            </a:pPr>
            <a:endParaRPr lang="es-E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500">
                <a:solidFill>
                  <a:srgbClr val="FFFFFF"/>
                </a:solidFill>
              </a:rPr>
              <a:t>Nivel 14 → 15 🎯 Comunicación por puertos.🌐 Redes</a:t>
            </a:r>
            <a:br>
              <a:rPr lang="es-ES" sz="2500">
                <a:solidFill>
                  <a:srgbClr val="FFFFFF"/>
                </a:solidFill>
              </a:rPr>
            </a:br>
            <a:endParaRPr lang="es-ES" sz="2500">
              <a:solidFill>
                <a:srgbClr val="FFFFFF"/>
              </a:solidFill>
            </a:endParaRPr>
          </a:p>
        </p:txBody>
      </p:sp>
      <p:sp>
        <p:nvSpPr>
          <p:cNvPr id="3" name="Content Placeholder 2"/>
          <p:cNvSpPr>
            <a:spLocks noGrp="1"/>
          </p:cNvSpPr>
          <p:nvPr>
            <p:ph idx="1"/>
          </p:nvPr>
        </p:nvSpPr>
        <p:spPr>
          <a:xfrm>
            <a:off x="78509" y="1791855"/>
            <a:ext cx="8959273" cy="4849090"/>
          </a:xfrm>
        </p:spPr>
        <p:txBody>
          <a:bodyPr anchor="ctr">
            <a:normAutofit fontScale="32500" lnSpcReduction="20000"/>
          </a:bodyPr>
          <a:lstStyle/>
          <a:p>
            <a:pPr marL="0" indent="0">
              <a:lnSpc>
                <a:spcPct val="90000"/>
              </a:lnSpc>
              <a:buNone/>
            </a:pPr>
            <a:r>
              <a:rPr lang="es-ES" sz="3000" b="1" dirty="0"/>
              <a:t>Objetivo del nivel</a:t>
            </a:r>
            <a:br>
              <a:rPr lang="es-ES" sz="3000" dirty="0"/>
            </a:br>
            <a:r>
              <a:rPr lang="es-ES" sz="3000" dirty="0"/>
              <a:t>La contraseña para el siguiente nivel se puede recuperar enviando la contraseña del nivel actual al puerto 30000 en localhost.</a:t>
            </a:r>
          </a:p>
          <a:p>
            <a:pPr marL="0" indent="0">
              <a:lnSpc>
                <a:spcPct val="90000"/>
              </a:lnSpc>
              <a:buNone/>
            </a:pPr>
            <a:endParaRPr lang="es-ES" sz="3000" b="1" dirty="0"/>
          </a:p>
          <a:p>
            <a:pPr marL="0" indent="0">
              <a:lnSpc>
                <a:spcPct val="90000"/>
              </a:lnSpc>
              <a:buNone/>
            </a:pPr>
            <a:r>
              <a:rPr lang="es-ES" sz="3000" b="1" dirty="0"/>
              <a:t>Comandos que puede necesitar para resolver este nivel</a:t>
            </a:r>
            <a:br>
              <a:rPr lang="es-ES" sz="3000" dirty="0"/>
            </a:br>
            <a:r>
              <a:rPr lang="es-ES" sz="3000" dirty="0" err="1"/>
              <a:t>ssh</a:t>
            </a:r>
            <a:r>
              <a:rPr lang="es-ES" sz="3000" dirty="0"/>
              <a:t>, telnet, </a:t>
            </a:r>
            <a:r>
              <a:rPr lang="es-ES" sz="3000" dirty="0" err="1"/>
              <a:t>nc</a:t>
            </a:r>
            <a:r>
              <a:rPr lang="es-ES" sz="3000" dirty="0"/>
              <a:t>, </a:t>
            </a:r>
            <a:r>
              <a:rPr lang="es-ES" sz="3000" dirty="0" err="1"/>
              <a:t>openssl</a:t>
            </a:r>
            <a:r>
              <a:rPr lang="es-ES" sz="3000" dirty="0"/>
              <a:t>, </a:t>
            </a:r>
            <a:r>
              <a:rPr lang="es-ES" sz="3000" dirty="0" err="1"/>
              <a:t>s_client</a:t>
            </a:r>
            <a:r>
              <a:rPr lang="es-ES" sz="3000" dirty="0"/>
              <a:t>, </a:t>
            </a:r>
            <a:r>
              <a:rPr lang="es-ES" sz="3000" dirty="0" err="1"/>
              <a:t>nmap</a:t>
            </a:r>
            <a:endParaRPr lang="es-ES" sz="3000" dirty="0"/>
          </a:p>
          <a:p>
            <a:pPr marL="0" indent="0">
              <a:lnSpc>
                <a:spcPct val="90000"/>
              </a:lnSpc>
              <a:buNone/>
            </a:pPr>
            <a:endParaRPr lang="es-ES" sz="3000" b="1" dirty="0"/>
          </a:p>
          <a:p>
            <a:pPr marL="0" indent="0">
              <a:lnSpc>
                <a:spcPct val="90000"/>
              </a:lnSpc>
              <a:buNone/>
            </a:pPr>
            <a:r>
              <a:rPr lang="es-ES" sz="3000" b="1" dirty="0"/>
              <a:t>Material de lectura útil</a:t>
            </a:r>
            <a:br>
              <a:rPr lang="es-ES" sz="3000" dirty="0"/>
            </a:br>
            <a:r>
              <a:rPr lang="es-ES" sz="3000" dirty="0"/>
              <a:t>Cómo funciona Internet en 5 minutos (YouTube) (No es del todo exacto, pero es suficiente para principiantes)</a:t>
            </a:r>
            <a:br>
              <a:rPr lang="es-ES" sz="3000" dirty="0"/>
            </a:br>
            <a:r>
              <a:rPr lang="es-ES" sz="3000" dirty="0"/>
              <a:t>Direcciones IP</a:t>
            </a:r>
            <a:br>
              <a:rPr lang="es-ES" sz="3000" dirty="0"/>
            </a:br>
            <a:r>
              <a:rPr lang="es-ES" sz="3000" dirty="0"/>
              <a:t>Dirección IP en Wikipedia</a:t>
            </a:r>
            <a:br>
              <a:rPr lang="es-ES" sz="3000" dirty="0"/>
            </a:br>
            <a:r>
              <a:rPr lang="es-ES" sz="3000" dirty="0"/>
              <a:t>Localhost en Wikipedia</a:t>
            </a:r>
            <a:br>
              <a:rPr lang="es-ES" sz="3000" dirty="0"/>
            </a:br>
            <a:r>
              <a:rPr lang="es-ES" sz="3000" dirty="0"/>
              <a:t>Puertos</a:t>
            </a:r>
            <a:br>
              <a:rPr lang="es-ES" sz="3000" dirty="0"/>
            </a:br>
            <a:r>
              <a:rPr lang="es-ES" sz="3000" dirty="0"/>
              <a:t>Puerto (redes informáticas) en Wikipedia</a:t>
            </a:r>
          </a:p>
          <a:p>
            <a:pPr marL="0" indent="0">
              <a:lnSpc>
                <a:spcPct val="90000"/>
              </a:lnSpc>
              <a:buNone/>
            </a:pPr>
            <a:endParaRPr lang="es-ES" sz="3000" b="1" dirty="0"/>
          </a:p>
          <a:p>
            <a:pPr marL="0" indent="0">
              <a:lnSpc>
                <a:spcPct val="90000"/>
              </a:lnSpc>
              <a:buNone/>
            </a:pPr>
            <a:r>
              <a:rPr lang="es-ES" sz="3000" b="1" dirty="0"/>
              <a:t>Conceptos clave previos (muy importantes)</a:t>
            </a:r>
          </a:p>
          <a:p>
            <a:pPr marL="0" indent="0">
              <a:lnSpc>
                <a:spcPct val="90000"/>
              </a:lnSpc>
              <a:buNone/>
            </a:pPr>
            <a:r>
              <a:rPr lang="es-ES" sz="3000" b="1" dirty="0"/>
              <a:t> ¿Qué es localhost?</a:t>
            </a:r>
          </a:p>
          <a:p>
            <a:pPr lvl="1">
              <a:lnSpc>
                <a:spcPct val="90000"/>
              </a:lnSpc>
            </a:pPr>
            <a:r>
              <a:rPr lang="es-ES" sz="3000" dirty="0"/>
              <a:t>localhost → IP 127.0.0.1</a:t>
            </a:r>
          </a:p>
          <a:p>
            <a:pPr lvl="1">
              <a:lnSpc>
                <a:spcPct val="90000"/>
              </a:lnSpc>
            </a:pPr>
            <a:r>
              <a:rPr lang="es-ES" sz="3000" dirty="0"/>
              <a:t>Representa </a:t>
            </a:r>
            <a:r>
              <a:rPr lang="es-ES" sz="3000" b="1" dirty="0"/>
              <a:t>la propia máquina</a:t>
            </a:r>
            <a:endParaRPr lang="es-ES" sz="3000" dirty="0"/>
          </a:p>
          <a:p>
            <a:pPr lvl="1">
              <a:lnSpc>
                <a:spcPct val="90000"/>
              </a:lnSpc>
            </a:pPr>
            <a:r>
              <a:rPr lang="es-ES" sz="3000" dirty="0"/>
              <a:t>El servicio </a:t>
            </a:r>
            <a:r>
              <a:rPr lang="es-ES" sz="3000" b="1" dirty="0"/>
              <a:t>no es accesible desde fuera</a:t>
            </a:r>
            <a:r>
              <a:rPr lang="es-ES" sz="3000" dirty="0"/>
              <a:t>, solo desde dentro del servidor </a:t>
            </a:r>
            <a:r>
              <a:rPr lang="es-ES" sz="3000" dirty="0" err="1"/>
              <a:t>Bandit</a:t>
            </a:r>
            <a:endParaRPr lang="es-ES" sz="3000" dirty="0"/>
          </a:p>
          <a:p>
            <a:pPr lvl="1">
              <a:lnSpc>
                <a:spcPct val="90000"/>
              </a:lnSpc>
            </a:pPr>
            <a:r>
              <a:rPr lang="es-ES" sz="3000" dirty="0"/>
              <a:t>👉 Por eso </a:t>
            </a:r>
            <a:r>
              <a:rPr lang="es-ES" sz="3000" b="1" dirty="0"/>
              <a:t>este nivel se hace ya conectado como bandit14</a:t>
            </a:r>
            <a:r>
              <a:rPr lang="es-ES" sz="3000" dirty="0"/>
              <a:t>.</a:t>
            </a:r>
          </a:p>
          <a:p>
            <a:pPr marL="0" indent="0">
              <a:lnSpc>
                <a:spcPct val="90000"/>
              </a:lnSpc>
              <a:buNone/>
            </a:pPr>
            <a:r>
              <a:rPr lang="es-ES" sz="3000" b="1" dirty="0"/>
              <a:t>¿Qué es un puerto?</a:t>
            </a:r>
          </a:p>
          <a:p>
            <a:pPr lvl="1">
              <a:lnSpc>
                <a:spcPct val="90000"/>
              </a:lnSpc>
            </a:pPr>
            <a:r>
              <a:rPr lang="es-ES" sz="3000" dirty="0"/>
              <a:t>Un puerto identifica un </a:t>
            </a:r>
            <a:r>
              <a:rPr lang="es-ES" sz="3000" b="1" dirty="0"/>
              <a:t>servicio concreto</a:t>
            </a:r>
            <a:endParaRPr lang="es-ES" sz="3000" dirty="0"/>
          </a:p>
          <a:p>
            <a:pPr lvl="1">
              <a:lnSpc>
                <a:spcPct val="90000"/>
              </a:lnSpc>
            </a:pPr>
            <a:r>
              <a:rPr lang="es-ES" sz="3000" dirty="0"/>
              <a:t>30000/</a:t>
            </a:r>
            <a:r>
              <a:rPr lang="es-ES" sz="3000" dirty="0" err="1"/>
              <a:t>tcp</a:t>
            </a:r>
            <a:r>
              <a:rPr lang="es-ES" sz="3000" dirty="0"/>
              <a:t> → puerto alto, no estándar</a:t>
            </a:r>
          </a:p>
          <a:p>
            <a:pPr lvl="1">
              <a:lnSpc>
                <a:spcPct val="90000"/>
              </a:lnSpc>
            </a:pPr>
            <a:r>
              <a:rPr lang="es-ES" sz="3000" dirty="0"/>
              <a:t>El servicio espera </a:t>
            </a:r>
            <a:r>
              <a:rPr lang="es-ES" sz="3000" b="1" dirty="0"/>
              <a:t>entrada de texto plano</a:t>
            </a:r>
            <a:endParaRPr lang="es-ES" sz="3000" dirty="0"/>
          </a:p>
          <a:p>
            <a:pPr marL="0" indent="0">
              <a:lnSpc>
                <a:spcPct val="90000"/>
              </a:lnSpc>
              <a:buNone/>
            </a:pPr>
            <a:r>
              <a:rPr lang="es-ES" sz="3000" b="1" dirty="0"/>
              <a:t>¿Qué es </a:t>
            </a:r>
            <a:r>
              <a:rPr lang="es-ES" sz="3000" b="1" dirty="0" err="1"/>
              <a:t>netcat</a:t>
            </a:r>
            <a:r>
              <a:rPr lang="es-ES" sz="3000" b="1" dirty="0"/>
              <a:t> (</a:t>
            </a:r>
            <a:r>
              <a:rPr lang="es-ES" sz="3000" b="1" dirty="0" err="1"/>
              <a:t>nc</a:t>
            </a:r>
            <a:r>
              <a:rPr lang="es-ES" sz="3000" b="1" dirty="0"/>
              <a:t>)?</a:t>
            </a:r>
          </a:p>
          <a:p>
            <a:pPr marL="0" indent="0">
              <a:lnSpc>
                <a:spcPct val="90000"/>
              </a:lnSpc>
              <a:buNone/>
            </a:pPr>
            <a:r>
              <a:rPr lang="es-ES" sz="3000" dirty="0" err="1"/>
              <a:t>nc</a:t>
            </a:r>
            <a:r>
              <a:rPr lang="es-ES" sz="3000" dirty="0"/>
              <a:t> es una herramienta que:</a:t>
            </a:r>
          </a:p>
          <a:p>
            <a:pPr lvl="1">
              <a:lnSpc>
                <a:spcPct val="90000"/>
              </a:lnSpc>
            </a:pPr>
            <a:r>
              <a:rPr lang="es-ES" sz="3000" dirty="0"/>
              <a:t>Abre conexiones TCP/UDP</a:t>
            </a:r>
          </a:p>
          <a:p>
            <a:pPr lvl="1">
              <a:lnSpc>
                <a:spcPct val="90000"/>
              </a:lnSpc>
            </a:pPr>
            <a:r>
              <a:rPr lang="es-ES" sz="3000" dirty="0"/>
              <a:t>Envía y recibe datos crudos</a:t>
            </a:r>
          </a:p>
          <a:p>
            <a:pPr lvl="1">
              <a:lnSpc>
                <a:spcPct val="90000"/>
              </a:lnSpc>
            </a:pPr>
            <a:r>
              <a:rPr lang="es-ES" sz="3000" dirty="0"/>
              <a:t>Es el “</a:t>
            </a:r>
            <a:r>
              <a:rPr lang="es-ES" sz="3000" b="1" dirty="0"/>
              <a:t>cuchillo suizo</a:t>
            </a:r>
            <a:r>
              <a:rPr lang="es-ES" sz="3000" dirty="0"/>
              <a:t>” de redes</a:t>
            </a:r>
          </a:p>
          <a:p>
            <a:pPr marL="0" indent="0">
              <a:lnSpc>
                <a:spcPct val="90000"/>
              </a:lnSpc>
              <a:buNone/>
            </a:pPr>
            <a:r>
              <a:rPr lang="es-ES" sz="3000" dirty="0"/>
              <a:t>Se usa en:</a:t>
            </a:r>
          </a:p>
          <a:p>
            <a:pPr lvl="1">
              <a:lnSpc>
                <a:spcPct val="90000"/>
              </a:lnSpc>
            </a:pPr>
            <a:r>
              <a:rPr lang="es-ES" sz="3000" dirty="0" err="1"/>
              <a:t>Debug</a:t>
            </a:r>
            <a:r>
              <a:rPr lang="es-ES" sz="3000" dirty="0"/>
              <a:t> de servicios</a:t>
            </a:r>
          </a:p>
          <a:p>
            <a:pPr lvl="1">
              <a:lnSpc>
                <a:spcPct val="90000"/>
              </a:lnSpc>
            </a:pPr>
            <a:r>
              <a:rPr lang="es-ES" sz="3000" dirty="0" err="1"/>
              <a:t>Pentesting</a:t>
            </a:r>
            <a:endParaRPr lang="es-ES" sz="3000" dirty="0"/>
          </a:p>
          <a:p>
            <a:pPr lvl="1">
              <a:lnSpc>
                <a:spcPct val="90000"/>
              </a:lnSpc>
            </a:pPr>
            <a:r>
              <a:rPr lang="es-ES" sz="3000" dirty="0"/>
              <a:t>Scripting</a:t>
            </a:r>
          </a:p>
          <a:p>
            <a:pPr lvl="1">
              <a:lnSpc>
                <a:spcPct val="90000"/>
              </a:lnSpc>
            </a:pPr>
            <a:r>
              <a:rPr lang="es-ES" sz="3000" dirty="0"/>
              <a:t>Forense de red</a:t>
            </a:r>
          </a:p>
          <a:p>
            <a:pPr marL="0" indent="0">
              <a:lnSpc>
                <a:spcPct val="90000"/>
              </a:lnSpc>
              <a:buNone/>
              <a:defRPr sz="2000">
                <a:solidFill>
                  <a:srgbClr val="3C3C3C"/>
                </a:solidFill>
              </a:defRPr>
            </a:pPr>
            <a:endParaRPr lang="es-E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200">
                <a:solidFill>
                  <a:srgbClr val="FFFFFF"/>
                </a:solidFill>
              </a:rPr>
              <a:t>Nivel 15 → 16 🎯 Uso de TLS. 🔐 Cifrado</a:t>
            </a:r>
            <a:br>
              <a:rPr lang="es-ES" sz="2200">
                <a:solidFill>
                  <a:srgbClr val="FFFFFF"/>
                </a:solidFill>
              </a:rPr>
            </a:br>
            <a:br>
              <a:rPr lang="es-ES" sz="2200">
                <a:solidFill>
                  <a:srgbClr val="FFFFFF"/>
                </a:solidFill>
              </a:rPr>
            </a:br>
            <a:endParaRPr lang="es-ES" sz="2200">
              <a:solidFill>
                <a:srgbClr val="FFFFFF"/>
              </a:solidFill>
            </a:endParaRPr>
          </a:p>
        </p:txBody>
      </p:sp>
      <p:sp>
        <p:nvSpPr>
          <p:cNvPr id="3" name="Content Placeholder 2"/>
          <p:cNvSpPr>
            <a:spLocks noGrp="1"/>
          </p:cNvSpPr>
          <p:nvPr>
            <p:ph idx="1"/>
          </p:nvPr>
        </p:nvSpPr>
        <p:spPr>
          <a:xfrm>
            <a:off x="115454" y="1713344"/>
            <a:ext cx="8917709" cy="4941455"/>
          </a:xfrm>
        </p:spPr>
        <p:txBody>
          <a:bodyPr anchor="ctr">
            <a:normAutofit fontScale="92500" lnSpcReduction="10000"/>
          </a:bodyPr>
          <a:lstStyle/>
          <a:p>
            <a:pPr marL="0" indent="0">
              <a:lnSpc>
                <a:spcPct val="90000"/>
              </a:lnSpc>
              <a:buNone/>
            </a:pPr>
            <a:r>
              <a:rPr lang="es-ES" sz="1200" b="1" dirty="0"/>
              <a:t>Objetivo del nivel</a:t>
            </a:r>
            <a:br>
              <a:rPr lang="es-ES" sz="1200" dirty="0"/>
            </a:br>
            <a:r>
              <a:rPr lang="es-ES" sz="1200" dirty="0"/>
              <a:t>La contraseña para el siguiente nivel se puede recuperar enviando la contraseña del nivel actual al puerto 30001 en localhost utilizando cifrado SSL/TLS.</a:t>
            </a:r>
          </a:p>
          <a:p>
            <a:pPr marL="0" indent="0">
              <a:lnSpc>
                <a:spcPct val="90000"/>
              </a:lnSpc>
              <a:buNone/>
            </a:pPr>
            <a:r>
              <a:rPr lang="es-ES" sz="1200" dirty="0"/>
              <a:t>Nota útil: ¿Aparece «DONE», «RENEGOTIATING» o «KEYUPDATE»? Lea la sección «CONNECTED COMMANDS» en la página de manual.</a:t>
            </a:r>
          </a:p>
          <a:p>
            <a:pPr marL="0" indent="0">
              <a:lnSpc>
                <a:spcPct val="90000"/>
              </a:lnSpc>
              <a:buNone/>
            </a:pPr>
            <a:endParaRPr lang="es-ES" sz="1200" b="1" dirty="0"/>
          </a:p>
          <a:p>
            <a:pPr marL="0" indent="0">
              <a:lnSpc>
                <a:spcPct val="90000"/>
              </a:lnSpc>
              <a:buNone/>
            </a:pPr>
            <a:r>
              <a:rPr lang="es-ES" sz="1200" b="1" dirty="0"/>
              <a:t>Comandos que puede necesitar para resolver este nivel</a:t>
            </a:r>
            <a:br>
              <a:rPr lang="es-ES" sz="1200" dirty="0"/>
            </a:br>
            <a:r>
              <a:rPr lang="es-ES" sz="1200" dirty="0" err="1"/>
              <a:t>ssh</a:t>
            </a:r>
            <a:r>
              <a:rPr lang="es-ES" sz="1200" dirty="0"/>
              <a:t>, telnet, </a:t>
            </a:r>
            <a:r>
              <a:rPr lang="es-ES" sz="1200" dirty="0" err="1"/>
              <a:t>nc</a:t>
            </a:r>
            <a:r>
              <a:rPr lang="es-ES" sz="1200" dirty="0"/>
              <a:t>, </a:t>
            </a:r>
            <a:r>
              <a:rPr lang="es-ES" sz="1200" dirty="0" err="1"/>
              <a:t>ncat</a:t>
            </a:r>
            <a:r>
              <a:rPr lang="es-ES" sz="1200" dirty="0"/>
              <a:t>, </a:t>
            </a:r>
            <a:r>
              <a:rPr lang="es-ES" sz="1200" dirty="0" err="1"/>
              <a:t>socat</a:t>
            </a:r>
            <a:r>
              <a:rPr lang="es-ES" sz="1200" dirty="0"/>
              <a:t>, </a:t>
            </a:r>
            <a:r>
              <a:rPr lang="es-ES" sz="1200" dirty="0" err="1"/>
              <a:t>openssl</a:t>
            </a:r>
            <a:r>
              <a:rPr lang="es-ES" sz="1200" dirty="0"/>
              <a:t>, </a:t>
            </a:r>
            <a:r>
              <a:rPr lang="es-ES" sz="1200" dirty="0" err="1"/>
              <a:t>s_client</a:t>
            </a:r>
            <a:r>
              <a:rPr lang="es-ES" sz="1200" dirty="0"/>
              <a:t>, </a:t>
            </a:r>
            <a:r>
              <a:rPr lang="es-ES" sz="1200" dirty="0" err="1"/>
              <a:t>nmap</a:t>
            </a:r>
            <a:r>
              <a:rPr lang="es-ES" sz="1200" dirty="0"/>
              <a:t>, </a:t>
            </a:r>
            <a:r>
              <a:rPr lang="es-ES" sz="1200" dirty="0" err="1"/>
              <a:t>netstat</a:t>
            </a:r>
            <a:r>
              <a:rPr lang="es-ES" sz="1200" dirty="0"/>
              <a:t>, </a:t>
            </a:r>
            <a:r>
              <a:rPr lang="es-ES" sz="1200" dirty="0" err="1"/>
              <a:t>ss</a:t>
            </a:r>
            <a:endParaRPr lang="es-ES" sz="1200" dirty="0"/>
          </a:p>
          <a:p>
            <a:pPr marL="0" indent="0">
              <a:lnSpc>
                <a:spcPct val="90000"/>
              </a:lnSpc>
              <a:buNone/>
            </a:pPr>
            <a:endParaRPr lang="es-ES" sz="1200" b="1" dirty="0"/>
          </a:p>
          <a:p>
            <a:pPr marL="0" indent="0">
              <a:lnSpc>
                <a:spcPct val="90000"/>
              </a:lnSpc>
              <a:buNone/>
            </a:pPr>
            <a:r>
              <a:rPr lang="es-ES" sz="1200" b="1" dirty="0"/>
              <a:t>Material de lectura útil</a:t>
            </a:r>
            <a:br>
              <a:rPr lang="es-ES" sz="1200" dirty="0"/>
            </a:br>
            <a:r>
              <a:rPr lang="es-ES" sz="1200" dirty="0" err="1"/>
              <a:t>Secure</a:t>
            </a:r>
            <a:r>
              <a:rPr lang="es-ES" sz="1200" dirty="0"/>
              <a:t> Socket </a:t>
            </a:r>
            <a:r>
              <a:rPr lang="es-ES" sz="1200" dirty="0" err="1"/>
              <a:t>Layer</a:t>
            </a:r>
            <a:r>
              <a:rPr lang="es-ES" sz="1200" dirty="0"/>
              <a:t>/</a:t>
            </a:r>
            <a:r>
              <a:rPr lang="es-ES" sz="1200" dirty="0" err="1"/>
              <a:t>Transport</a:t>
            </a:r>
            <a:r>
              <a:rPr lang="es-ES" sz="1200" dirty="0"/>
              <a:t> </a:t>
            </a:r>
            <a:r>
              <a:rPr lang="es-ES" sz="1200" dirty="0" err="1"/>
              <a:t>Layer</a:t>
            </a:r>
            <a:r>
              <a:rPr lang="es-ES" sz="1200" dirty="0"/>
              <a:t> Security en Wikipedia</a:t>
            </a:r>
            <a:br>
              <a:rPr lang="es-ES" sz="1200" dirty="0"/>
            </a:br>
            <a:r>
              <a:rPr lang="es-ES" sz="1200" dirty="0"/>
              <a:t>OpenSSL </a:t>
            </a:r>
            <a:r>
              <a:rPr lang="es-ES" sz="1200" dirty="0" err="1"/>
              <a:t>Cookbook</a:t>
            </a:r>
            <a:r>
              <a:rPr lang="es-ES" sz="1200" dirty="0"/>
              <a:t> - Pruebas con OpenSSL</a:t>
            </a:r>
          </a:p>
          <a:p>
            <a:pPr marL="0" indent="0">
              <a:lnSpc>
                <a:spcPct val="90000"/>
              </a:lnSpc>
              <a:buNone/>
            </a:pPr>
            <a:endParaRPr lang="es-ES" sz="1200" b="1" dirty="0"/>
          </a:p>
          <a:p>
            <a:pPr marL="0" indent="0">
              <a:lnSpc>
                <a:spcPct val="90000"/>
              </a:lnSpc>
              <a:buNone/>
            </a:pPr>
            <a:r>
              <a:rPr lang="es-ES" sz="1200" b="1" dirty="0"/>
              <a:t>Conceptos clave previos (fundamentales)</a:t>
            </a:r>
          </a:p>
          <a:p>
            <a:pPr marL="0" indent="0">
              <a:lnSpc>
                <a:spcPct val="90000"/>
              </a:lnSpc>
              <a:buNone/>
            </a:pPr>
            <a:r>
              <a:rPr lang="es-ES" sz="1200" b="1" dirty="0"/>
              <a:t>🔹 SSL/TLS</a:t>
            </a:r>
          </a:p>
          <a:p>
            <a:pPr>
              <a:lnSpc>
                <a:spcPct val="90000"/>
              </a:lnSpc>
            </a:pPr>
            <a:r>
              <a:rPr lang="es-ES" sz="1200" dirty="0"/>
              <a:t>Capa de cifrado sobre TCP</a:t>
            </a:r>
          </a:p>
          <a:p>
            <a:pPr>
              <a:lnSpc>
                <a:spcPct val="90000"/>
              </a:lnSpc>
            </a:pPr>
            <a:r>
              <a:rPr lang="es-ES" sz="1200" dirty="0"/>
              <a:t>Proporciona:</a:t>
            </a:r>
          </a:p>
          <a:p>
            <a:pPr lvl="1">
              <a:lnSpc>
                <a:spcPct val="90000"/>
              </a:lnSpc>
            </a:pPr>
            <a:r>
              <a:rPr lang="es-ES" sz="1200" dirty="0"/>
              <a:t>Confidencialidad</a:t>
            </a:r>
          </a:p>
          <a:p>
            <a:pPr lvl="1">
              <a:lnSpc>
                <a:spcPct val="90000"/>
              </a:lnSpc>
            </a:pPr>
            <a:r>
              <a:rPr lang="es-ES" sz="1200" dirty="0"/>
              <a:t>Integridad</a:t>
            </a:r>
          </a:p>
          <a:p>
            <a:pPr lvl="1">
              <a:lnSpc>
                <a:spcPct val="90000"/>
              </a:lnSpc>
            </a:pPr>
            <a:r>
              <a:rPr lang="es-ES" sz="1200" dirty="0"/>
              <a:t>Autenticación del servidor</a:t>
            </a:r>
          </a:p>
          <a:p>
            <a:pPr marL="0" indent="0">
              <a:lnSpc>
                <a:spcPct val="90000"/>
              </a:lnSpc>
              <a:buNone/>
            </a:pPr>
            <a:r>
              <a:rPr lang="es-ES" sz="1200" b="1" dirty="0"/>
              <a:t>🔹 </a:t>
            </a:r>
            <a:r>
              <a:rPr lang="es-ES" sz="1200" b="1" dirty="0" err="1"/>
              <a:t>openssl</a:t>
            </a:r>
            <a:r>
              <a:rPr lang="es-ES" sz="1200" b="1" dirty="0"/>
              <a:t> </a:t>
            </a:r>
            <a:r>
              <a:rPr lang="es-ES" sz="1200" b="1" dirty="0" err="1"/>
              <a:t>s_client</a:t>
            </a:r>
            <a:endParaRPr lang="es-ES" sz="1200" b="1" dirty="0"/>
          </a:p>
          <a:p>
            <a:pPr>
              <a:lnSpc>
                <a:spcPct val="90000"/>
              </a:lnSpc>
            </a:pPr>
            <a:r>
              <a:rPr lang="es-ES" sz="1200" dirty="0" err="1"/>
              <a:t>openssl</a:t>
            </a:r>
            <a:r>
              <a:rPr lang="es-ES" sz="1200" dirty="0"/>
              <a:t> </a:t>
            </a:r>
            <a:r>
              <a:rPr lang="es-ES" sz="1200" dirty="0" err="1"/>
              <a:t>s_client</a:t>
            </a:r>
            <a:r>
              <a:rPr lang="es-ES" sz="1200" dirty="0"/>
              <a:t> es:</a:t>
            </a:r>
          </a:p>
          <a:p>
            <a:pPr lvl="1">
              <a:lnSpc>
                <a:spcPct val="90000"/>
              </a:lnSpc>
            </a:pPr>
            <a:r>
              <a:rPr lang="es-ES" sz="1200" dirty="0"/>
              <a:t>Un </a:t>
            </a:r>
            <a:r>
              <a:rPr lang="es-ES" sz="1200" b="1" dirty="0"/>
              <a:t>cliente TLS genérico</a:t>
            </a:r>
            <a:endParaRPr lang="es-ES" sz="1200" dirty="0"/>
          </a:p>
          <a:p>
            <a:pPr lvl="1">
              <a:lnSpc>
                <a:spcPct val="90000"/>
              </a:lnSpc>
            </a:pPr>
            <a:r>
              <a:rPr lang="es-ES" sz="1200" dirty="0"/>
              <a:t>Permite conectarse a cualquier servicio SSL/TLS</a:t>
            </a:r>
          </a:p>
          <a:p>
            <a:pPr>
              <a:lnSpc>
                <a:spcPct val="90000"/>
              </a:lnSpc>
            </a:pPr>
            <a:r>
              <a:rPr lang="es-ES" sz="1200" dirty="0"/>
              <a:t>Herramienta estándar en:</a:t>
            </a:r>
          </a:p>
          <a:p>
            <a:pPr lvl="1">
              <a:lnSpc>
                <a:spcPct val="90000"/>
              </a:lnSpc>
            </a:pPr>
            <a:r>
              <a:rPr lang="es-ES" sz="1200" dirty="0" err="1"/>
              <a:t>Debug</a:t>
            </a:r>
            <a:r>
              <a:rPr lang="es-ES" sz="1200" dirty="0"/>
              <a:t> de servicios seguros</a:t>
            </a:r>
          </a:p>
          <a:p>
            <a:pPr lvl="1">
              <a:lnSpc>
                <a:spcPct val="90000"/>
              </a:lnSpc>
            </a:pPr>
            <a:r>
              <a:rPr lang="es-ES" sz="1200" dirty="0" err="1"/>
              <a:t>Pentesting</a:t>
            </a:r>
            <a:endParaRPr lang="es-ES" sz="1200" dirty="0"/>
          </a:p>
          <a:p>
            <a:pPr lvl="1">
              <a:lnSpc>
                <a:spcPct val="90000"/>
              </a:lnSpc>
            </a:pPr>
            <a:r>
              <a:rPr lang="es-ES" sz="1200" dirty="0"/>
              <a:t>Administración avanzada</a:t>
            </a:r>
          </a:p>
          <a:p>
            <a:pPr marL="0" indent="0">
              <a:lnSpc>
                <a:spcPct val="90000"/>
              </a:lnSpc>
              <a:buNone/>
            </a:pPr>
            <a:endParaRPr lang="es-ES" sz="1200" dirty="0"/>
          </a:p>
          <a:p>
            <a:pPr marL="0" indent="0">
              <a:lnSpc>
                <a:spcPct val="90000"/>
              </a:lnSpc>
              <a:buNone/>
            </a:pPr>
            <a:r>
              <a:rPr lang="es-ES" sz="1200" dirty="0"/>
              <a:t>En este nivel, </a:t>
            </a:r>
            <a:r>
              <a:rPr lang="es-ES" sz="1200" b="1" dirty="0"/>
              <a:t>es la herramienta correcta y esperada</a:t>
            </a:r>
            <a:r>
              <a:rPr lang="es-ES" sz="1200" dirty="0"/>
              <a:t>.</a:t>
            </a:r>
          </a:p>
          <a:p>
            <a:pPr marL="0" indent="0">
              <a:lnSpc>
                <a:spcPct val="90000"/>
              </a:lnSpc>
              <a:buNone/>
              <a:defRPr sz="2000">
                <a:solidFill>
                  <a:srgbClr val="3C3C3C"/>
                </a:solidFill>
              </a:defRPr>
            </a:pPr>
            <a:endParaRPr lang="es-E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500">
                <a:solidFill>
                  <a:srgbClr val="FFFFFF"/>
                </a:solidFill>
              </a:rPr>
              <a:t>Nivel 16 → 17 🎯 Enumerar servicios. 🌐 Pentesting</a:t>
            </a:r>
            <a:br>
              <a:rPr lang="es-ES" sz="2500">
                <a:solidFill>
                  <a:srgbClr val="FFFFFF"/>
                </a:solidFill>
              </a:rPr>
            </a:br>
            <a:endParaRPr lang="es-ES" sz="2500">
              <a:solidFill>
                <a:srgbClr val="FFFFFF"/>
              </a:solidFill>
            </a:endParaRPr>
          </a:p>
        </p:txBody>
      </p:sp>
      <p:sp>
        <p:nvSpPr>
          <p:cNvPr id="3" name="Content Placeholder 2"/>
          <p:cNvSpPr>
            <a:spLocks noGrp="1"/>
          </p:cNvSpPr>
          <p:nvPr>
            <p:ph idx="1"/>
          </p:nvPr>
        </p:nvSpPr>
        <p:spPr>
          <a:xfrm>
            <a:off x="147782" y="1833418"/>
            <a:ext cx="8894617" cy="4798291"/>
          </a:xfrm>
        </p:spPr>
        <p:txBody>
          <a:bodyPr anchor="ctr">
            <a:normAutofit lnSpcReduction="10000"/>
          </a:bodyPr>
          <a:lstStyle/>
          <a:p>
            <a:pPr marL="0" indent="0">
              <a:lnSpc>
                <a:spcPct val="90000"/>
              </a:lnSpc>
              <a:buNone/>
            </a:pPr>
            <a:r>
              <a:rPr lang="es-ES" sz="1400" b="1" dirty="0"/>
              <a:t>Objetivo del nivel</a:t>
            </a:r>
            <a:br>
              <a:rPr lang="es-ES" sz="1400" dirty="0"/>
            </a:br>
            <a:r>
              <a:rPr lang="es-ES" sz="1400" dirty="0"/>
              <a:t>Las credenciales para el siguiente nivel se pueden recuperar enviando la contraseña del nivel actual a un puerto en localhost en el rango de 31000 a 32000. Primero, averigua cuáles de estos puertos tienen un servidor a la escucha. A continuación, averigua cuáles de ellos hablan SSL/TLS y cuáles no. Solo hay un servidor que le dará las siguientes credenciales, los demás simplemente le devolverán lo que usted les envíe.</a:t>
            </a:r>
          </a:p>
          <a:p>
            <a:pPr marL="0" indent="0">
              <a:lnSpc>
                <a:spcPct val="90000"/>
              </a:lnSpc>
              <a:buNone/>
            </a:pPr>
            <a:r>
              <a:rPr lang="es-ES" sz="1400" dirty="0"/>
              <a:t>Nota útil: ¿Recibes «DONE», «RENEGOTIATING» o «KEYUPDATE»? Lee la sección «CONNECTED COMMANDS» en la página de manual.</a:t>
            </a:r>
          </a:p>
          <a:p>
            <a:pPr marL="0" indent="0">
              <a:lnSpc>
                <a:spcPct val="90000"/>
              </a:lnSpc>
              <a:buNone/>
            </a:pPr>
            <a:endParaRPr lang="es-ES" sz="1400" b="1" dirty="0"/>
          </a:p>
          <a:p>
            <a:pPr marL="0" indent="0">
              <a:lnSpc>
                <a:spcPct val="90000"/>
              </a:lnSpc>
              <a:buNone/>
            </a:pPr>
            <a:r>
              <a:rPr lang="es-ES" sz="1400" b="1" dirty="0"/>
              <a:t>Comandos que puedes necesitar para resolver este nivel</a:t>
            </a:r>
            <a:br>
              <a:rPr lang="es-ES" sz="1400" dirty="0"/>
            </a:br>
            <a:r>
              <a:rPr lang="es-ES" sz="1400" dirty="0" err="1"/>
              <a:t>ssh</a:t>
            </a:r>
            <a:r>
              <a:rPr lang="es-ES" sz="1400" dirty="0"/>
              <a:t>, telnet, </a:t>
            </a:r>
            <a:r>
              <a:rPr lang="es-ES" sz="1400" dirty="0" err="1"/>
              <a:t>nc</a:t>
            </a:r>
            <a:r>
              <a:rPr lang="es-ES" sz="1400" dirty="0"/>
              <a:t>, </a:t>
            </a:r>
            <a:r>
              <a:rPr lang="es-ES" sz="1400" dirty="0" err="1"/>
              <a:t>ncat</a:t>
            </a:r>
            <a:r>
              <a:rPr lang="es-ES" sz="1400" dirty="0"/>
              <a:t>, </a:t>
            </a:r>
            <a:r>
              <a:rPr lang="es-ES" sz="1400" dirty="0" err="1"/>
              <a:t>socat</a:t>
            </a:r>
            <a:r>
              <a:rPr lang="es-ES" sz="1400" dirty="0"/>
              <a:t>, </a:t>
            </a:r>
            <a:r>
              <a:rPr lang="es-ES" sz="1400" dirty="0" err="1"/>
              <a:t>openssl</a:t>
            </a:r>
            <a:r>
              <a:rPr lang="es-ES" sz="1400" dirty="0"/>
              <a:t>, </a:t>
            </a:r>
            <a:r>
              <a:rPr lang="es-ES" sz="1400" dirty="0" err="1"/>
              <a:t>s_client</a:t>
            </a:r>
            <a:r>
              <a:rPr lang="es-ES" sz="1400" dirty="0"/>
              <a:t>, </a:t>
            </a:r>
            <a:r>
              <a:rPr lang="es-ES" sz="1400" dirty="0" err="1"/>
              <a:t>nmap</a:t>
            </a:r>
            <a:r>
              <a:rPr lang="es-ES" sz="1400" dirty="0"/>
              <a:t>, </a:t>
            </a:r>
            <a:r>
              <a:rPr lang="es-ES" sz="1400" dirty="0" err="1"/>
              <a:t>netstat</a:t>
            </a:r>
            <a:r>
              <a:rPr lang="es-ES" sz="1400" dirty="0"/>
              <a:t>, </a:t>
            </a:r>
            <a:r>
              <a:rPr lang="es-ES" sz="1400" dirty="0" err="1"/>
              <a:t>ss</a:t>
            </a:r>
            <a:endParaRPr lang="es-ES" sz="1400" dirty="0"/>
          </a:p>
          <a:p>
            <a:pPr marL="0" indent="0">
              <a:lnSpc>
                <a:spcPct val="90000"/>
              </a:lnSpc>
              <a:buNone/>
            </a:pPr>
            <a:endParaRPr lang="es-ES" sz="1400" b="1" dirty="0"/>
          </a:p>
          <a:p>
            <a:pPr marL="0" indent="0">
              <a:lnSpc>
                <a:spcPct val="90000"/>
              </a:lnSpc>
              <a:buNone/>
            </a:pPr>
            <a:r>
              <a:rPr lang="es-ES" sz="1400" b="1" dirty="0"/>
              <a:t>Material de lectura útil</a:t>
            </a:r>
            <a:br>
              <a:rPr lang="es-ES" sz="1400" dirty="0"/>
            </a:br>
            <a:r>
              <a:rPr lang="es-ES" sz="1400" dirty="0"/>
              <a:t>Escáner de puertos en Wikipedia</a:t>
            </a:r>
          </a:p>
          <a:p>
            <a:pPr marL="0" indent="0">
              <a:lnSpc>
                <a:spcPct val="90000"/>
              </a:lnSpc>
              <a:buNone/>
            </a:pPr>
            <a:endParaRPr lang="es-ES" sz="1400" b="1" dirty="0"/>
          </a:p>
          <a:p>
            <a:pPr marL="0" indent="0">
              <a:lnSpc>
                <a:spcPct val="90000"/>
              </a:lnSpc>
              <a:buNone/>
            </a:pPr>
            <a:r>
              <a:rPr lang="es-ES" sz="1400" b="1" dirty="0"/>
              <a:t>Conceptos clave que se evalúan</a:t>
            </a:r>
          </a:p>
          <a:p>
            <a:pPr marL="0" indent="0">
              <a:lnSpc>
                <a:spcPct val="90000"/>
              </a:lnSpc>
              <a:buNone/>
            </a:pPr>
            <a:r>
              <a:rPr lang="es-ES" sz="1400" dirty="0"/>
              <a:t>Este nivel evalúa competencias </a:t>
            </a:r>
            <a:r>
              <a:rPr lang="es-ES" sz="1400" b="1" dirty="0"/>
              <a:t>directamente aplicables a </a:t>
            </a:r>
            <a:r>
              <a:rPr lang="es-ES" sz="1400" b="1" dirty="0" err="1"/>
              <a:t>pentesting</a:t>
            </a:r>
            <a:r>
              <a:rPr lang="es-ES" sz="1400" b="1" dirty="0"/>
              <a:t> y administración real</a:t>
            </a:r>
            <a:r>
              <a:rPr lang="es-ES" sz="1400" dirty="0"/>
              <a:t>:</a:t>
            </a:r>
          </a:p>
          <a:p>
            <a:pPr>
              <a:lnSpc>
                <a:spcPct val="90000"/>
              </a:lnSpc>
            </a:pPr>
            <a:r>
              <a:rPr lang="es-ES" sz="1400" dirty="0"/>
              <a:t>Escaneo de puertos locales</a:t>
            </a:r>
          </a:p>
          <a:p>
            <a:pPr>
              <a:lnSpc>
                <a:spcPct val="90000"/>
              </a:lnSpc>
            </a:pPr>
            <a:r>
              <a:rPr lang="es-ES" sz="1400" dirty="0"/>
              <a:t>Identificación de servicios activos</a:t>
            </a:r>
          </a:p>
          <a:p>
            <a:pPr>
              <a:lnSpc>
                <a:spcPct val="90000"/>
              </a:lnSpc>
            </a:pPr>
            <a:r>
              <a:rPr lang="es-ES" sz="1400" dirty="0"/>
              <a:t>Diferenciación entre:</a:t>
            </a:r>
          </a:p>
          <a:p>
            <a:pPr lvl="1">
              <a:lnSpc>
                <a:spcPct val="90000"/>
              </a:lnSpc>
            </a:pPr>
            <a:r>
              <a:rPr lang="es-ES" sz="1400" dirty="0"/>
              <a:t>TCP plano</a:t>
            </a:r>
          </a:p>
          <a:p>
            <a:pPr lvl="1">
              <a:lnSpc>
                <a:spcPct val="90000"/>
              </a:lnSpc>
            </a:pPr>
            <a:r>
              <a:rPr lang="es-ES" sz="1400" dirty="0"/>
              <a:t>TCP con SSL/TLS</a:t>
            </a:r>
          </a:p>
          <a:p>
            <a:pPr>
              <a:lnSpc>
                <a:spcPct val="90000"/>
              </a:lnSpc>
            </a:pPr>
            <a:r>
              <a:rPr lang="es-ES" sz="1400" dirty="0"/>
              <a:t>Uso avanzado de </a:t>
            </a:r>
            <a:r>
              <a:rPr lang="es-ES" sz="1400" dirty="0" err="1"/>
              <a:t>openssl</a:t>
            </a:r>
            <a:r>
              <a:rPr lang="es-ES" sz="1400" dirty="0"/>
              <a:t> </a:t>
            </a:r>
            <a:r>
              <a:rPr lang="es-ES" sz="1400" dirty="0" err="1"/>
              <a:t>s_client</a:t>
            </a:r>
            <a:endParaRPr lang="es-ES" sz="1400" dirty="0"/>
          </a:p>
          <a:p>
            <a:pPr>
              <a:lnSpc>
                <a:spcPct val="90000"/>
              </a:lnSpc>
            </a:pPr>
            <a:r>
              <a:rPr lang="es-ES" sz="1400" dirty="0"/>
              <a:t>Capacidad de </a:t>
            </a:r>
            <a:r>
              <a:rPr lang="es-ES" sz="1400" b="1" dirty="0"/>
              <a:t>probar y descartar servicios</a:t>
            </a:r>
            <a:endParaRPr lang="es-ES" sz="1400" dirty="0"/>
          </a:p>
          <a:p>
            <a:pPr marL="0" indent="0">
              <a:lnSpc>
                <a:spcPct val="90000"/>
              </a:lnSpc>
              <a:buNone/>
              <a:defRPr sz="2000">
                <a:solidFill>
                  <a:srgbClr val="3C3C3C"/>
                </a:solidFill>
              </a:defRPr>
            </a:pPr>
            <a:endParaRPr lang="es-E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700">
                <a:solidFill>
                  <a:srgbClr val="FFFFFF"/>
                </a:solidFill>
              </a:rPr>
              <a:t>Nivel 17 → 18 🎯 Comparar archivos.🧠 Auditoría</a:t>
            </a:r>
            <a:br>
              <a:rPr lang="es-ES" sz="2700">
                <a:solidFill>
                  <a:srgbClr val="FFFFFF"/>
                </a:solidFill>
              </a:rPr>
            </a:br>
            <a:endParaRPr lang="es-ES" sz="2700">
              <a:solidFill>
                <a:srgbClr val="FFFFFF"/>
              </a:solidFill>
            </a:endParaRPr>
          </a:p>
        </p:txBody>
      </p:sp>
      <p:sp>
        <p:nvSpPr>
          <p:cNvPr id="3" name="Content Placeholder 2"/>
          <p:cNvSpPr>
            <a:spLocks noGrp="1"/>
          </p:cNvSpPr>
          <p:nvPr>
            <p:ph idx="1"/>
          </p:nvPr>
        </p:nvSpPr>
        <p:spPr>
          <a:xfrm>
            <a:off x="106218" y="1768764"/>
            <a:ext cx="8926945" cy="4794698"/>
          </a:xfrm>
        </p:spPr>
        <p:txBody>
          <a:bodyPr anchor="ctr">
            <a:normAutofit/>
          </a:bodyPr>
          <a:lstStyle/>
          <a:p>
            <a:pPr marL="0" indent="0">
              <a:lnSpc>
                <a:spcPct val="90000"/>
              </a:lnSpc>
              <a:buNone/>
            </a:pPr>
            <a:r>
              <a:rPr lang="es-ES" sz="1400" b="1" dirty="0"/>
              <a:t>Objetivo del nivel</a:t>
            </a:r>
            <a:br>
              <a:rPr lang="es-ES" sz="1400" dirty="0"/>
            </a:br>
            <a:r>
              <a:rPr lang="es-ES" sz="1400" dirty="0"/>
              <a:t>Hay dos archivos en el directorio de inicio: </a:t>
            </a:r>
            <a:r>
              <a:rPr lang="es-ES" sz="1400" dirty="0" err="1"/>
              <a:t>passwords.old</a:t>
            </a:r>
            <a:r>
              <a:rPr lang="es-ES" sz="1400" dirty="0"/>
              <a:t> y </a:t>
            </a:r>
            <a:r>
              <a:rPr lang="es-ES" sz="1400" dirty="0" err="1"/>
              <a:t>passwords.new</a:t>
            </a:r>
            <a:r>
              <a:rPr lang="es-ES" sz="1400" dirty="0"/>
              <a:t>. La contraseña para el siguiente nivel se encuentra en </a:t>
            </a:r>
            <a:r>
              <a:rPr lang="es-ES" sz="1400" dirty="0" err="1"/>
              <a:t>passwords.new</a:t>
            </a:r>
            <a:r>
              <a:rPr lang="es-ES" sz="1400" dirty="0"/>
              <a:t> y es la única línea que ha cambiado entre </a:t>
            </a:r>
            <a:r>
              <a:rPr lang="es-ES" sz="1400" dirty="0" err="1"/>
              <a:t>passwords.old</a:t>
            </a:r>
            <a:r>
              <a:rPr lang="es-ES" sz="1400" dirty="0"/>
              <a:t> y </a:t>
            </a:r>
            <a:r>
              <a:rPr lang="es-ES" sz="1400" dirty="0" err="1"/>
              <a:t>passwords.new</a:t>
            </a:r>
            <a:endParaRPr lang="es-ES" sz="1400" dirty="0"/>
          </a:p>
          <a:p>
            <a:pPr marL="0" indent="0">
              <a:lnSpc>
                <a:spcPct val="90000"/>
              </a:lnSpc>
              <a:buNone/>
            </a:pPr>
            <a:r>
              <a:rPr lang="es-ES" sz="1400" dirty="0"/>
              <a:t>NOTA: si has resuelto este nivel y ves «¡Adiós!» al intentar iniciar sesión en bandit18, esto está relacionado con el siguiente nivel, bandit19.</a:t>
            </a:r>
          </a:p>
          <a:p>
            <a:pPr marL="0" indent="0">
              <a:lnSpc>
                <a:spcPct val="90000"/>
              </a:lnSpc>
              <a:buNone/>
            </a:pPr>
            <a:endParaRPr lang="es-ES" sz="1400" b="1" dirty="0"/>
          </a:p>
          <a:p>
            <a:pPr marL="0" indent="0">
              <a:lnSpc>
                <a:spcPct val="90000"/>
              </a:lnSpc>
              <a:buNone/>
            </a:pPr>
            <a:r>
              <a:rPr lang="es-ES" sz="1400" b="1" dirty="0"/>
              <a:t>Comandos que puedes necesitar para resolver este nivel</a:t>
            </a:r>
            <a:br>
              <a:rPr lang="es-ES" sz="1400" dirty="0"/>
            </a:br>
            <a:r>
              <a:rPr lang="es-ES" sz="1400" dirty="0" err="1"/>
              <a:t>cat</a:t>
            </a:r>
            <a:r>
              <a:rPr lang="es-ES" sz="1400" dirty="0"/>
              <a:t>, grep, </a:t>
            </a:r>
            <a:r>
              <a:rPr lang="es-ES" sz="1400" dirty="0" err="1"/>
              <a:t>ls</a:t>
            </a:r>
            <a:r>
              <a:rPr lang="es-ES" sz="1400" dirty="0"/>
              <a:t>, </a:t>
            </a:r>
            <a:r>
              <a:rPr lang="es-ES" sz="1400" dirty="0" err="1"/>
              <a:t>diff</a:t>
            </a:r>
            <a:endParaRPr lang="es-ES" sz="1400" dirty="0"/>
          </a:p>
          <a:p>
            <a:pPr marL="0" indent="0">
              <a:lnSpc>
                <a:spcPct val="90000"/>
              </a:lnSpc>
              <a:buNone/>
            </a:pPr>
            <a:endParaRPr lang="es-ES" sz="1400" dirty="0"/>
          </a:p>
          <a:p>
            <a:pPr marL="0" indent="0">
              <a:lnSpc>
                <a:spcPct val="90000"/>
              </a:lnSpc>
              <a:buNone/>
            </a:pPr>
            <a:r>
              <a:rPr lang="es-ES" sz="1400" b="1" dirty="0"/>
              <a:t>Conceptos clave que evalúa este nivel</a:t>
            </a:r>
          </a:p>
          <a:p>
            <a:pPr marL="0" indent="0">
              <a:lnSpc>
                <a:spcPct val="90000"/>
              </a:lnSpc>
              <a:buNone/>
            </a:pPr>
            <a:r>
              <a:rPr lang="es-ES" sz="1400" dirty="0"/>
              <a:t>Este nivel refuerza habilidades </a:t>
            </a:r>
            <a:r>
              <a:rPr lang="es-ES" sz="1400" b="1" dirty="0"/>
              <a:t>muy reales</a:t>
            </a:r>
            <a:r>
              <a:rPr lang="es-ES" sz="1400" dirty="0"/>
              <a:t>:</a:t>
            </a:r>
          </a:p>
          <a:p>
            <a:pPr>
              <a:lnSpc>
                <a:spcPct val="90000"/>
              </a:lnSpc>
            </a:pPr>
            <a:r>
              <a:rPr lang="es-ES" sz="1400" dirty="0"/>
              <a:t>Comparación de archivos</a:t>
            </a:r>
          </a:p>
          <a:p>
            <a:pPr>
              <a:lnSpc>
                <a:spcPct val="90000"/>
              </a:lnSpc>
            </a:pPr>
            <a:r>
              <a:rPr lang="es-ES" sz="1400" dirty="0"/>
              <a:t>Control de versiones conceptual</a:t>
            </a:r>
          </a:p>
          <a:p>
            <a:pPr>
              <a:lnSpc>
                <a:spcPct val="90000"/>
              </a:lnSpc>
            </a:pPr>
            <a:r>
              <a:rPr lang="es-ES" sz="1400" dirty="0"/>
              <a:t>Análisis de cambios</a:t>
            </a:r>
          </a:p>
          <a:p>
            <a:pPr>
              <a:lnSpc>
                <a:spcPct val="90000"/>
              </a:lnSpc>
            </a:pPr>
            <a:r>
              <a:rPr lang="es-ES" sz="1400" dirty="0"/>
              <a:t>Uso correcto de </a:t>
            </a:r>
            <a:r>
              <a:rPr lang="es-ES" sz="1400" dirty="0" err="1"/>
              <a:t>diff</a:t>
            </a:r>
            <a:endParaRPr lang="es-ES" sz="1400" dirty="0"/>
          </a:p>
          <a:p>
            <a:pPr>
              <a:lnSpc>
                <a:spcPct val="90000"/>
              </a:lnSpc>
            </a:pPr>
            <a:r>
              <a:rPr lang="es-ES" sz="1400" dirty="0"/>
              <a:t>Lectura precisa de la salida de herramientas Unix</a:t>
            </a:r>
          </a:p>
          <a:p>
            <a:pPr>
              <a:lnSpc>
                <a:spcPct val="90000"/>
              </a:lnSpc>
            </a:pPr>
            <a:r>
              <a:rPr lang="es-ES" sz="1400" dirty="0"/>
              <a:t>Atención al detalle (símbolos &lt; y &gt;)</a:t>
            </a:r>
          </a:p>
          <a:p>
            <a:pPr marL="0" indent="0">
              <a:lnSpc>
                <a:spcPct val="90000"/>
              </a:lnSpc>
              <a:buNone/>
            </a:pPr>
            <a:endParaRPr lang="es-ES" sz="1200" dirty="0"/>
          </a:p>
          <a:p>
            <a:pPr marL="0" indent="0">
              <a:lnSpc>
                <a:spcPct val="90000"/>
              </a:lnSpc>
              <a:buNone/>
              <a:defRPr sz="2000">
                <a:solidFill>
                  <a:srgbClr val="3C3C3C"/>
                </a:solidFill>
              </a:defRPr>
            </a:pPr>
            <a:endParaRPr lang="es-E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2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2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3200">
                <a:solidFill>
                  <a:srgbClr val="FFFFFF"/>
                </a:solidFill>
              </a:rPr>
              <a:t>Nivel 18 → 19 🎯 Evitar logout automático.🐧 Shell</a:t>
            </a:r>
          </a:p>
        </p:txBody>
      </p:sp>
      <p:sp>
        <p:nvSpPr>
          <p:cNvPr id="3" name="Content Placeholder 2"/>
          <p:cNvSpPr>
            <a:spLocks noGrp="1"/>
          </p:cNvSpPr>
          <p:nvPr>
            <p:ph idx="1"/>
          </p:nvPr>
        </p:nvSpPr>
        <p:spPr>
          <a:xfrm>
            <a:off x="73891" y="1657927"/>
            <a:ext cx="8799485" cy="4946073"/>
          </a:xfrm>
        </p:spPr>
        <p:txBody>
          <a:bodyPr anchor="ctr">
            <a:normAutofit fontScale="62500" lnSpcReduction="20000"/>
          </a:bodyPr>
          <a:lstStyle/>
          <a:p>
            <a:pPr marL="0" indent="0">
              <a:lnSpc>
                <a:spcPct val="90000"/>
              </a:lnSpc>
              <a:buNone/>
            </a:pPr>
            <a:r>
              <a:rPr lang="es-ES" sz="1400" b="1" dirty="0"/>
              <a:t>Objetivo del nivel</a:t>
            </a:r>
            <a:br>
              <a:rPr lang="es-ES" sz="1400" dirty="0"/>
            </a:br>
            <a:r>
              <a:rPr lang="es-ES" sz="1400" dirty="0"/>
              <a:t>La contraseña para el siguiente nivel se encuentra en un archivo Léame en el directorio de inicio. Por desgracia, alguien ha modificado .</a:t>
            </a:r>
            <a:r>
              <a:rPr lang="es-ES" sz="1400" dirty="0" err="1"/>
              <a:t>bashrc</a:t>
            </a:r>
            <a:r>
              <a:rPr lang="es-ES" sz="1400" dirty="0"/>
              <a:t> para que te desconecte cuando inicias sesión con SSH.</a:t>
            </a:r>
          </a:p>
          <a:p>
            <a:pPr marL="0" indent="0">
              <a:lnSpc>
                <a:spcPct val="90000"/>
              </a:lnSpc>
              <a:buNone/>
            </a:pPr>
            <a:endParaRPr lang="es-ES" sz="1400" b="1" dirty="0"/>
          </a:p>
          <a:p>
            <a:pPr marL="0" indent="0">
              <a:lnSpc>
                <a:spcPct val="90000"/>
              </a:lnSpc>
              <a:buNone/>
            </a:pPr>
            <a:r>
              <a:rPr lang="es-ES" sz="1400" b="1" dirty="0"/>
              <a:t>Comandos que puedes necesitar para resolver este nivel</a:t>
            </a:r>
            <a:br>
              <a:rPr lang="es-ES" sz="1400" dirty="0"/>
            </a:br>
            <a:r>
              <a:rPr lang="es-ES" sz="1400" dirty="0" err="1"/>
              <a:t>ssh</a:t>
            </a:r>
            <a:r>
              <a:rPr lang="es-ES" sz="1400" dirty="0"/>
              <a:t>, </a:t>
            </a:r>
            <a:r>
              <a:rPr lang="es-ES" sz="1400" dirty="0" err="1"/>
              <a:t>ls</a:t>
            </a:r>
            <a:r>
              <a:rPr lang="es-ES" sz="1400" dirty="0"/>
              <a:t>, </a:t>
            </a:r>
            <a:r>
              <a:rPr lang="es-ES" sz="1400" dirty="0" err="1"/>
              <a:t>cat</a:t>
            </a:r>
            <a:endParaRPr lang="es-ES" sz="1400" dirty="0"/>
          </a:p>
          <a:p>
            <a:pPr marL="0" indent="0">
              <a:lnSpc>
                <a:spcPct val="90000"/>
              </a:lnSpc>
              <a:buNone/>
            </a:pPr>
            <a:endParaRPr lang="es-ES" sz="1400" b="1" dirty="0"/>
          </a:p>
          <a:p>
            <a:pPr marL="0" indent="0">
              <a:lnSpc>
                <a:spcPct val="90000"/>
              </a:lnSpc>
              <a:buNone/>
            </a:pPr>
            <a:r>
              <a:rPr lang="es-ES" sz="1400" b="1" dirty="0"/>
              <a:t>Objetivo del nivel (análisis técnico del enunciado)</a:t>
            </a:r>
          </a:p>
          <a:p>
            <a:pPr marL="0" indent="0">
              <a:lnSpc>
                <a:spcPct val="90000"/>
              </a:lnSpc>
              <a:buNone/>
            </a:pPr>
            <a:r>
              <a:rPr lang="es-ES" sz="1400" dirty="0"/>
              <a:t>El enunciado dice: </a:t>
            </a:r>
            <a:r>
              <a:rPr lang="es-ES" sz="1400" dirty="0" err="1"/>
              <a:t>The</a:t>
            </a:r>
            <a:r>
              <a:rPr lang="es-ES" sz="1400" dirty="0"/>
              <a:t> </a:t>
            </a:r>
            <a:r>
              <a:rPr lang="es-ES" sz="1400" dirty="0" err="1"/>
              <a:t>password</a:t>
            </a:r>
            <a:r>
              <a:rPr lang="es-ES" sz="1400" dirty="0"/>
              <a:t> </a:t>
            </a:r>
            <a:r>
              <a:rPr lang="es-ES" sz="1400" dirty="0" err="1"/>
              <a:t>for</a:t>
            </a:r>
            <a:r>
              <a:rPr lang="es-ES" sz="1400" dirty="0"/>
              <a:t> </a:t>
            </a:r>
            <a:r>
              <a:rPr lang="es-ES" sz="1400" dirty="0" err="1"/>
              <a:t>the</a:t>
            </a:r>
            <a:r>
              <a:rPr lang="es-ES" sz="1400" dirty="0"/>
              <a:t> </a:t>
            </a:r>
            <a:r>
              <a:rPr lang="es-ES" sz="1400" dirty="0" err="1"/>
              <a:t>next</a:t>
            </a:r>
            <a:r>
              <a:rPr lang="es-ES" sz="1400" dirty="0"/>
              <a:t> </a:t>
            </a:r>
            <a:r>
              <a:rPr lang="es-ES" sz="1400" dirty="0" err="1"/>
              <a:t>level</a:t>
            </a:r>
            <a:r>
              <a:rPr lang="es-ES" sz="1400" dirty="0"/>
              <a:t> </a:t>
            </a:r>
            <a:r>
              <a:rPr lang="es-ES" sz="1400" dirty="0" err="1"/>
              <a:t>is</a:t>
            </a:r>
            <a:r>
              <a:rPr lang="es-ES" sz="1400" dirty="0"/>
              <a:t> </a:t>
            </a:r>
            <a:r>
              <a:rPr lang="es-ES" sz="1400" dirty="0" err="1"/>
              <a:t>stored</a:t>
            </a:r>
            <a:r>
              <a:rPr lang="es-ES" sz="1400" dirty="0"/>
              <a:t> in a file </a:t>
            </a:r>
            <a:r>
              <a:rPr lang="es-ES" sz="1400" dirty="0" err="1"/>
              <a:t>readme</a:t>
            </a:r>
            <a:r>
              <a:rPr lang="es-ES" sz="1400" dirty="0"/>
              <a:t> in </a:t>
            </a:r>
            <a:r>
              <a:rPr lang="es-ES" sz="1400" dirty="0" err="1"/>
              <a:t>the</a:t>
            </a:r>
            <a:r>
              <a:rPr lang="es-ES" sz="1400" dirty="0"/>
              <a:t> home </a:t>
            </a:r>
            <a:r>
              <a:rPr lang="es-ES" sz="1400" dirty="0" err="1"/>
              <a:t>directory</a:t>
            </a:r>
            <a:r>
              <a:rPr lang="es-ES" sz="1400" dirty="0"/>
              <a:t>. </a:t>
            </a:r>
            <a:r>
              <a:rPr lang="es-ES" sz="1400" dirty="0" err="1"/>
              <a:t>Unfortunately</a:t>
            </a:r>
            <a:r>
              <a:rPr lang="es-ES" sz="1400" dirty="0"/>
              <a:t>, </a:t>
            </a:r>
            <a:r>
              <a:rPr lang="es-ES" sz="1400" dirty="0" err="1"/>
              <a:t>someone</a:t>
            </a:r>
            <a:r>
              <a:rPr lang="es-ES" sz="1400" dirty="0"/>
              <a:t> has </a:t>
            </a:r>
            <a:r>
              <a:rPr lang="es-ES" sz="1400" dirty="0" err="1"/>
              <a:t>modified</a:t>
            </a:r>
            <a:r>
              <a:rPr lang="es-ES" sz="1400" dirty="0"/>
              <a:t> .</a:t>
            </a:r>
            <a:r>
              <a:rPr lang="es-ES" sz="1400" dirty="0" err="1"/>
              <a:t>bashrc</a:t>
            </a:r>
            <a:r>
              <a:rPr lang="es-ES" sz="1400" dirty="0"/>
              <a:t> </a:t>
            </a:r>
            <a:r>
              <a:rPr lang="es-ES" sz="1400" dirty="0" err="1"/>
              <a:t>to</a:t>
            </a:r>
            <a:r>
              <a:rPr lang="es-ES" sz="1400" dirty="0"/>
              <a:t> log </a:t>
            </a:r>
            <a:r>
              <a:rPr lang="es-ES" sz="1400" dirty="0" err="1"/>
              <a:t>you</a:t>
            </a:r>
            <a:r>
              <a:rPr lang="es-ES" sz="1400" dirty="0"/>
              <a:t> </a:t>
            </a:r>
            <a:r>
              <a:rPr lang="es-ES" sz="1400" dirty="0" err="1"/>
              <a:t>out</a:t>
            </a:r>
            <a:r>
              <a:rPr lang="es-ES" sz="1400" dirty="0"/>
              <a:t> </a:t>
            </a:r>
            <a:r>
              <a:rPr lang="es-ES" sz="1400" dirty="0" err="1"/>
              <a:t>when</a:t>
            </a:r>
            <a:r>
              <a:rPr lang="es-ES" sz="1400" dirty="0"/>
              <a:t> </a:t>
            </a:r>
            <a:r>
              <a:rPr lang="es-ES" sz="1400" dirty="0" err="1"/>
              <a:t>you</a:t>
            </a:r>
            <a:r>
              <a:rPr lang="es-ES" sz="1400" dirty="0"/>
              <a:t> log in </a:t>
            </a:r>
            <a:r>
              <a:rPr lang="es-ES" sz="1400" dirty="0" err="1"/>
              <a:t>with</a:t>
            </a:r>
            <a:r>
              <a:rPr lang="es-ES" sz="1400" dirty="0"/>
              <a:t> SSH.</a:t>
            </a:r>
          </a:p>
          <a:p>
            <a:pPr marL="0" indent="0">
              <a:lnSpc>
                <a:spcPct val="90000"/>
              </a:lnSpc>
              <a:buNone/>
            </a:pPr>
            <a:endParaRPr lang="es-ES" sz="1400" b="1" dirty="0"/>
          </a:p>
          <a:p>
            <a:pPr marL="0" indent="0">
              <a:lnSpc>
                <a:spcPct val="90000"/>
              </a:lnSpc>
              <a:buNone/>
            </a:pPr>
            <a:r>
              <a:rPr lang="es-ES" sz="1400" b="1" dirty="0"/>
              <a:t>Interpretación técnica correcta</a:t>
            </a:r>
          </a:p>
          <a:p>
            <a:pPr>
              <a:lnSpc>
                <a:spcPct val="90000"/>
              </a:lnSpc>
            </a:pPr>
            <a:r>
              <a:rPr lang="es-ES" sz="1400" dirty="0"/>
              <a:t>La contraseña del siguiente nivel (bandit19) está en: ~/</a:t>
            </a:r>
            <a:r>
              <a:rPr lang="es-ES" sz="1400" dirty="0" err="1"/>
              <a:t>readme</a:t>
            </a:r>
            <a:endParaRPr lang="es-ES" sz="1400" dirty="0"/>
          </a:p>
          <a:p>
            <a:pPr>
              <a:lnSpc>
                <a:spcPct val="90000"/>
              </a:lnSpc>
            </a:pPr>
            <a:r>
              <a:rPr lang="es-ES" sz="1400" dirty="0"/>
              <a:t>Sin embargo:</a:t>
            </a:r>
          </a:p>
          <a:p>
            <a:pPr lvl="1">
              <a:lnSpc>
                <a:spcPct val="90000"/>
              </a:lnSpc>
            </a:pPr>
            <a:r>
              <a:rPr lang="es-ES" sz="1400" dirty="0"/>
              <a:t>El archivo .</a:t>
            </a:r>
            <a:r>
              <a:rPr lang="es-ES" sz="1400" dirty="0" err="1"/>
              <a:t>bashrc</a:t>
            </a:r>
            <a:r>
              <a:rPr lang="es-ES" sz="1400" dirty="0"/>
              <a:t> del usuario bandit18 ha sido </a:t>
            </a:r>
            <a:r>
              <a:rPr lang="es-ES" sz="1400" b="1" dirty="0"/>
              <a:t>manipulado</a:t>
            </a:r>
            <a:br>
              <a:rPr lang="es-ES" sz="1400" dirty="0"/>
            </a:br>
            <a:endParaRPr lang="es-ES" sz="1400" dirty="0"/>
          </a:p>
          <a:p>
            <a:pPr lvl="1">
              <a:lnSpc>
                <a:spcPct val="90000"/>
              </a:lnSpc>
            </a:pPr>
            <a:r>
              <a:rPr lang="es-ES" sz="1400" dirty="0"/>
              <a:t>Al iniciar sesión por SSH:</a:t>
            </a:r>
          </a:p>
          <a:p>
            <a:pPr lvl="2">
              <a:lnSpc>
                <a:spcPct val="90000"/>
              </a:lnSpc>
            </a:pPr>
            <a:r>
              <a:rPr lang="es-ES" sz="1400" dirty="0"/>
              <a:t>.</a:t>
            </a:r>
            <a:r>
              <a:rPr lang="es-ES" sz="1400" dirty="0" err="1"/>
              <a:t>bashrc</a:t>
            </a:r>
            <a:r>
              <a:rPr lang="es-ES" sz="1400" dirty="0"/>
              <a:t> se ejecuta automáticamente</a:t>
            </a:r>
            <a:br>
              <a:rPr lang="es-ES" sz="1400" dirty="0"/>
            </a:br>
            <a:endParaRPr lang="es-ES" sz="1400" dirty="0"/>
          </a:p>
          <a:p>
            <a:pPr lvl="2">
              <a:lnSpc>
                <a:spcPct val="90000"/>
              </a:lnSpc>
            </a:pPr>
            <a:r>
              <a:rPr lang="es-ES" sz="1400" dirty="0"/>
              <a:t>Fuerza un </a:t>
            </a:r>
            <a:r>
              <a:rPr lang="es-ES" sz="1400" dirty="0" err="1"/>
              <a:t>logout</a:t>
            </a:r>
            <a:r>
              <a:rPr lang="es-ES" sz="1400" dirty="0"/>
              <a:t> inmediato</a:t>
            </a:r>
            <a:br>
              <a:rPr lang="es-ES" sz="1400" dirty="0"/>
            </a:br>
            <a:endParaRPr lang="es-ES" sz="1400" dirty="0"/>
          </a:p>
          <a:p>
            <a:pPr marL="0" indent="0">
              <a:lnSpc>
                <a:spcPct val="90000"/>
              </a:lnSpc>
              <a:buNone/>
            </a:pPr>
            <a:r>
              <a:rPr lang="es-ES" sz="1400" dirty="0"/>
              <a:t>Resultado -&gt; </a:t>
            </a:r>
            <a:r>
              <a:rPr lang="es-ES" sz="1400" b="1" dirty="0"/>
              <a:t>No se puede usar una </a:t>
            </a:r>
            <a:r>
              <a:rPr lang="es-ES" sz="1400" b="1" dirty="0" err="1"/>
              <a:t>shell</a:t>
            </a:r>
            <a:r>
              <a:rPr lang="es-ES" sz="1400" b="1" dirty="0"/>
              <a:t> interactiva normal</a:t>
            </a:r>
            <a:br>
              <a:rPr lang="es-ES" sz="1400" dirty="0"/>
            </a:br>
            <a:endParaRPr lang="es-ES" sz="1400" dirty="0"/>
          </a:p>
          <a:p>
            <a:pPr marL="0" indent="0">
              <a:lnSpc>
                <a:spcPct val="90000"/>
              </a:lnSpc>
              <a:buNone/>
            </a:pPr>
            <a:r>
              <a:rPr lang="es-ES" sz="1400" dirty="0"/>
              <a:t> El objetivo real del nivel es </a:t>
            </a:r>
            <a:r>
              <a:rPr lang="es-ES" sz="1400" b="1" dirty="0"/>
              <a:t>evitar la ejecución de .</a:t>
            </a:r>
            <a:r>
              <a:rPr lang="es-ES" sz="1400" b="1" dirty="0" err="1"/>
              <a:t>bashrc</a:t>
            </a:r>
            <a:r>
              <a:rPr lang="es-ES" sz="1400" dirty="0"/>
              <a:t>, no “arreglar” el archivo.</a:t>
            </a:r>
          </a:p>
          <a:p>
            <a:pPr marL="0" indent="0">
              <a:lnSpc>
                <a:spcPct val="90000"/>
              </a:lnSpc>
              <a:buNone/>
            </a:pPr>
            <a:r>
              <a:rPr lang="es-ES" sz="1400" b="1" dirty="0"/>
              <a:t>Contexto técnico: ¿por qué ocurre el problema?</a:t>
            </a:r>
          </a:p>
          <a:p>
            <a:pPr marL="0" indent="0">
              <a:lnSpc>
                <a:spcPct val="90000"/>
              </a:lnSpc>
              <a:buNone/>
            </a:pPr>
            <a:r>
              <a:rPr lang="es-ES" sz="1400" dirty="0"/>
              <a:t>En </a:t>
            </a:r>
            <a:r>
              <a:rPr lang="es-ES" sz="1400" dirty="0" err="1"/>
              <a:t>Bash</a:t>
            </a:r>
            <a:r>
              <a:rPr lang="es-ES" sz="1400" dirty="0"/>
              <a:t>:</a:t>
            </a:r>
          </a:p>
          <a:p>
            <a:pPr>
              <a:lnSpc>
                <a:spcPct val="90000"/>
              </a:lnSpc>
            </a:pPr>
            <a:r>
              <a:rPr lang="es-ES" sz="1400" dirty="0"/>
              <a:t>.</a:t>
            </a:r>
            <a:r>
              <a:rPr lang="es-ES" sz="1400" dirty="0" err="1"/>
              <a:t>bashrc</a:t>
            </a:r>
            <a:r>
              <a:rPr lang="es-ES" sz="1400" dirty="0"/>
              <a:t> se ejecuta cuando:</a:t>
            </a:r>
          </a:p>
          <a:p>
            <a:pPr lvl="1">
              <a:lnSpc>
                <a:spcPct val="90000"/>
              </a:lnSpc>
            </a:pPr>
            <a:r>
              <a:rPr lang="es-ES" sz="1400" dirty="0"/>
              <a:t>Se abre una </a:t>
            </a:r>
            <a:r>
              <a:rPr lang="es-ES" sz="1400" b="1" dirty="0" err="1"/>
              <a:t>shell</a:t>
            </a:r>
            <a:r>
              <a:rPr lang="es-ES" sz="1400" b="1" dirty="0"/>
              <a:t> interactiva</a:t>
            </a:r>
            <a:br>
              <a:rPr lang="es-ES" sz="1400" dirty="0"/>
            </a:br>
            <a:endParaRPr lang="es-ES" sz="1400" dirty="0"/>
          </a:p>
          <a:p>
            <a:pPr>
              <a:lnSpc>
                <a:spcPct val="90000"/>
              </a:lnSpc>
            </a:pPr>
            <a:r>
              <a:rPr lang="es-ES" sz="1400" dirty="0"/>
              <a:t>SSH por defecto:</a:t>
            </a:r>
          </a:p>
          <a:p>
            <a:pPr lvl="1">
              <a:lnSpc>
                <a:spcPct val="90000"/>
              </a:lnSpc>
            </a:pPr>
            <a:r>
              <a:rPr lang="es-ES" sz="1400" dirty="0"/>
              <a:t>Abre una </a:t>
            </a:r>
            <a:r>
              <a:rPr lang="es-ES" sz="1400" dirty="0" err="1"/>
              <a:t>shell</a:t>
            </a:r>
            <a:r>
              <a:rPr lang="es-ES" sz="1400" dirty="0"/>
              <a:t> interactiva</a:t>
            </a:r>
            <a:br>
              <a:rPr lang="es-ES" sz="1400" dirty="0"/>
            </a:br>
            <a:endParaRPr lang="es-ES" sz="1400" dirty="0"/>
          </a:p>
          <a:p>
            <a:pPr lvl="1">
              <a:lnSpc>
                <a:spcPct val="90000"/>
              </a:lnSpc>
            </a:pPr>
            <a:r>
              <a:rPr lang="es-ES" sz="1400" dirty="0"/>
              <a:t>Ejecuta .</a:t>
            </a:r>
            <a:r>
              <a:rPr lang="es-ES" sz="1400" dirty="0" err="1"/>
              <a:t>bashrc</a:t>
            </a:r>
            <a:br>
              <a:rPr lang="es-ES" sz="1400" dirty="0"/>
            </a:br>
            <a:endParaRPr lang="es-ES" sz="1400" dirty="0"/>
          </a:p>
          <a:p>
            <a:pPr>
              <a:lnSpc>
                <a:spcPct val="90000"/>
              </a:lnSpc>
            </a:pPr>
            <a:r>
              <a:rPr lang="es-ES" sz="1400" dirty="0"/>
              <a:t>En este nivel:</a:t>
            </a:r>
          </a:p>
          <a:p>
            <a:pPr lvl="1">
              <a:lnSpc>
                <a:spcPct val="90000"/>
              </a:lnSpc>
            </a:pPr>
            <a:r>
              <a:rPr lang="es-ES" sz="1400" dirty="0"/>
              <a:t>.</a:t>
            </a:r>
            <a:r>
              <a:rPr lang="es-ES" sz="1400" dirty="0" err="1"/>
              <a:t>bashrc</a:t>
            </a:r>
            <a:r>
              <a:rPr lang="es-ES" sz="1400" dirty="0"/>
              <a:t> contiene un </a:t>
            </a:r>
            <a:r>
              <a:rPr lang="es-ES" sz="1400" dirty="0" err="1"/>
              <a:t>exit</a:t>
            </a:r>
            <a:r>
              <a:rPr lang="es-ES" sz="1400" dirty="0"/>
              <a:t> o </a:t>
            </a:r>
            <a:r>
              <a:rPr lang="es-ES" sz="1400" dirty="0" err="1"/>
              <a:t>logout</a:t>
            </a:r>
            <a:br>
              <a:rPr lang="es-ES" sz="1400" dirty="0"/>
            </a:br>
            <a:endParaRPr lang="es-ES" sz="1400" dirty="0"/>
          </a:p>
          <a:p>
            <a:pPr lvl="1">
              <a:lnSpc>
                <a:spcPct val="90000"/>
              </a:lnSpc>
            </a:pPr>
            <a:r>
              <a:rPr lang="es-ES" sz="1400" dirty="0"/>
              <a:t>La sesión se cierra inmediatamente</a:t>
            </a:r>
            <a:br>
              <a:rPr lang="es-ES" sz="1400" dirty="0"/>
            </a:br>
            <a:endParaRPr lang="es-ES" sz="1400" dirty="0"/>
          </a:p>
          <a:p>
            <a:pPr marL="0" indent="0">
              <a:lnSpc>
                <a:spcPct val="90000"/>
              </a:lnSpc>
              <a:buNone/>
            </a:pPr>
            <a:endParaRPr lang="es-ES" sz="1400" dirty="0"/>
          </a:p>
          <a:p>
            <a:pPr marL="0" indent="0">
              <a:lnSpc>
                <a:spcPct val="90000"/>
              </a:lnSpc>
              <a:buNone/>
            </a:pPr>
            <a:r>
              <a:rPr lang="es-ES" sz="1400" dirty="0"/>
              <a:t>📌 </a:t>
            </a:r>
            <a:r>
              <a:rPr lang="es-ES" sz="1400" b="1" dirty="0"/>
              <a:t>Esto simula un entorno real donde el </a:t>
            </a:r>
            <a:r>
              <a:rPr lang="es-ES" sz="1400" b="1" dirty="0" err="1"/>
              <a:t>login</a:t>
            </a:r>
            <a:r>
              <a:rPr lang="es-ES" sz="1400" b="1" dirty="0"/>
              <a:t> está restringido intencionadamente.</a:t>
            </a:r>
            <a:endParaRPr lang="es-ES" sz="1400" dirty="0"/>
          </a:p>
          <a:p>
            <a:pPr marL="0" indent="0">
              <a:lnSpc>
                <a:spcPct val="90000"/>
              </a:lnSpc>
              <a:buNone/>
              <a:defRPr sz="2000">
                <a:solidFill>
                  <a:srgbClr val="3C3C3C"/>
                </a:solidFill>
              </a:defRPr>
            </a:pPr>
            <a:endParaRPr lang="es-ES" sz="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defRPr sz="3400" b="1">
                <a:solidFill>
                  <a:srgbClr val="19376E"/>
                </a:solidFill>
              </a:defRPr>
            </a:pPr>
            <a:r>
              <a:rPr lang="es-ES" sz="2500">
                <a:solidFill>
                  <a:srgbClr val="FFFFFF"/>
                </a:solidFill>
              </a:rPr>
              <a:t>Nivel 19 → 20 🎯 Ejecutar con setuid.🧩 Privilegios</a:t>
            </a:r>
            <a:br>
              <a:rPr lang="es-ES" sz="2500">
                <a:solidFill>
                  <a:srgbClr val="FFFFFF"/>
                </a:solidFill>
              </a:rPr>
            </a:br>
            <a:endParaRPr lang="es-ES" sz="2500">
              <a:solidFill>
                <a:srgbClr val="FFFFFF"/>
              </a:solidFill>
            </a:endParaRPr>
          </a:p>
        </p:txBody>
      </p:sp>
      <p:sp>
        <p:nvSpPr>
          <p:cNvPr id="3" name="Content Placeholder 2"/>
          <p:cNvSpPr>
            <a:spLocks noGrp="1"/>
          </p:cNvSpPr>
          <p:nvPr>
            <p:ph idx="1"/>
          </p:nvPr>
        </p:nvSpPr>
        <p:spPr>
          <a:xfrm>
            <a:off x="138545" y="1791854"/>
            <a:ext cx="8843819" cy="4771607"/>
          </a:xfrm>
        </p:spPr>
        <p:txBody>
          <a:bodyPr anchor="ctr">
            <a:normAutofit/>
          </a:bodyPr>
          <a:lstStyle/>
          <a:p>
            <a:pPr marL="0" indent="0">
              <a:lnSpc>
                <a:spcPct val="90000"/>
              </a:lnSpc>
              <a:buNone/>
            </a:pPr>
            <a:r>
              <a:rPr lang="es-ES" sz="1300" b="1" dirty="0"/>
              <a:t>Objetivo del nivel</a:t>
            </a:r>
            <a:br>
              <a:rPr lang="es-ES" sz="1300" dirty="0"/>
            </a:br>
            <a:r>
              <a:rPr lang="es-ES" sz="1300" dirty="0"/>
              <a:t>Para acceder al siguiente nivel, debes utilizar el binario </a:t>
            </a:r>
            <a:r>
              <a:rPr lang="es-ES" sz="1300" dirty="0" err="1"/>
              <a:t>setuid</a:t>
            </a:r>
            <a:r>
              <a:rPr lang="es-ES" sz="1300" dirty="0"/>
              <a:t> en el directorio de inicio. Ejecútalo sin argumentos para descubrir cómo utilizarlo. La contraseña para este nivel se encuentra en el lugar habitual (/</a:t>
            </a:r>
            <a:r>
              <a:rPr lang="es-ES" sz="1300" dirty="0" err="1"/>
              <a:t>etc</a:t>
            </a:r>
            <a:r>
              <a:rPr lang="es-ES" sz="1300" dirty="0"/>
              <a:t>/</a:t>
            </a:r>
            <a:r>
              <a:rPr lang="es-ES" sz="1300" dirty="0" err="1"/>
              <a:t>bandit_pass</a:t>
            </a:r>
            <a:r>
              <a:rPr lang="es-ES" sz="1300" dirty="0"/>
              <a:t>), después de haber utilizado el binario </a:t>
            </a:r>
            <a:r>
              <a:rPr lang="es-ES" sz="1300" dirty="0" err="1"/>
              <a:t>setuid</a:t>
            </a:r>
            <a:r>
              <a:rPr lang="es-ES" sz="1300" dirty="0"/>
              <a:t>.</a:t>
            </a:r>
          </a:p>
          <a:p>
            <a:pPr marL="0" indent="0">
              <a:lnSpc>
                <a:spcPct val="90000"/>
              </a:lnSpc>
              <a:buNone/>
            </a:pPr>
            <a:endParaRPr lang="es-ES" sz="1300" b="1" dirty="0"/>
          </a:p>
          <a:p>
            <a:pPr marL="0" indent="0">
              <a:lnSpc>
                <a:spcPct val="90000"/>
              </a:lnSpc>
              <a:buNone/>
            </a:pPr>
            <a:r>
              <a:rPr lang="es-ES" sz="1300" b="1" dirty="0"/>
              <a:t>Material de lectura útil</a:t>
            </a:r>
            <a:br>
              <a:rPr lang="es-ES" sz="1300" dirty="0"/>
            </a:br>
            <a:r>
              <a:rPr lang="es-ES" sz="1300" dirty="0" err="1"/>
              <a:t>setuid</a:t>
            </a:r>
            <a:r>
              <a:rPr lang="es-ES" sz="1300" dirty="0"/>
              <a:t> en Wikipedia</a:t>
            </a:r>
          </a:p>
          <a:p>
            <a:pPr marL="0" indent="0">
              <a:lnSpc>
                <a:spcPct val="90000"/>
              </a:lnSpc>
              <a:buNone/>
            </a:pPr>
            <a:endParaRPr lang="es-ES" sz="1300" b="1" dirty="0"/>
          </a:p>
          <a:p>
            <a:pPr marL="0" indent="0">
              <a:lnSpc>
                <a:spcPct val="90000"/>
              </a:lnSpc>
              <a:buNone/>
            </a:pPr>
            <a:r>
              <a:rPr lang="es-ES" sz="1300" b="1" dirty="0"/>
              <a:t>Concepto clave: ¿qué es </a:t>
            </a:r>
            <a:r>
              <a:rPr lang="es-ES" sz="1300" b="1" dirty="0" err="1"/>
              <a:t>setuid</a:t>
            </a:r>
            <a:r>
              <a:rPr lang="es-ES" sz="1300" b="1" dirty="0"/>
              <a:t>?</a:t>
            </a:r>
          </a:p>
          <a:p>
            <a:pPr>
              <a:lnSpc>
                <a:spcPct val="90000"/>
              </a:lnSpc>
            </a:pPr>
            <a:r>
              <a:rPr lang="es-ES" sz="1300" dirty="0"/>
              <a:t>Cuando un binario tiene el bit </a:t>
            </a:r>
            <a:r>
              <a:rPr lang="es-ES" sz="1300" b="1" dirty="0" err="1"/>
              <a:t>setuid</a:t>
            </a:r>
            <a:r>
              <a:rPr lang="es-ES" sz="1300" dirty="0"/>
              <a:t>:</a:t>
            </a:r>
          </a:p>
          <a:p>
            <a:pPr lvl="1">
              <a:lnSpc>
                <a:spcPct val="90000"/>
              </a:lnSpc>
            </a:pPr>
            <a:r>
              <a:rPr lang="es-ES" sz="1300" dirty="0"/>
              <a:t>El proceso se ejecuta con el </a:t>
            </a:r>
            <a:r>
              <a:rPr lang="es-ES" sz="1300" b="1" dirty="0"/>
              <a:t>UID efectivo del propietario</a:t>
            </a:r>
            <a:br>
              <a:rPr lang="es-ES" sz="1300" dirty="0"/>
            </a:br>
            <a:endParaRPr lang="es-ES" sz="1300" dirty="0"/>
          </a:p>
          <a:p>
            <a:pPr>
              <a:lnSpc>
                <a:spcPct val="90000"/>
              </a:lnSpc>
            </a:pPr>
            <a:r>
              <a:rPr lang="es-ES" sz="1300" dirty="0"/>
              <a:t>En este caso:</a:t>
            </a:r>
          </a:p>
          <a:p>
            <a:pPr lvl="1">
              <a:lnSpc>
                <a:spcPct val="90000"/>
              </a:lnSpc>
            </a:pPr>
            <a:r>
              <a:rPr lang="es-ES" sz="1300" dirty="0"/>
              <a:t>El binario pertenece a bandit20</a:t>
            </a:r>
          </a:p>
          <a:p>
            <a:pPr lvl="1">
              <a:lnSpc>
                <a:spcPct val="90000"/>
              </a:lnSpc>
            </a:pPr>
            <a:r>
              <a:rPr lang="es-ES" sz="1300" dirty="0"/>
              <a:t>Al ejecutarlo como bandit19, los comandos internos se ejecutan </a:t>
            </a:r>
            <a:r>
              <a:rPr lang="es-ES" sz="1300" b="1" dirty="0"/>
              <a:t>como bandit20</a:t>
            </a:r>
            <a:endParaRPr lang="es-ES" sz="1300" dirty="0"/>
          </a:p>
          <a:p>
            <a:pPr marL="0" indent="0">
              <a:lnSpc>
                <a:spcPct val="90000"/>
              </a:lnSpc>
              <a:buNone/>
            </a:pPr>
            <a:endParaRPr lang="es-ES" sz="1300" dirty="0"/>
          </a:p>
          <a:p>
            <a:pPr marL="0" indent="0">
              <a:lnSpc>
                <a:spcPct val="90000"/>
              </a:lnSpc>
              <a:buNone/>
            </a:pPr>
            <a:r>
              <a:rPr lang="es-ES" sz="1300" dirty="0"/>
              <a:t>Esto es una </a:t>
            </a:r>
            <a:r>
              <a:rPr lang="es-ES" sz="1300" b="1" dirty="0"/>
              <a:t>escalada de privilegios controlada</a:t>
            </a:r>
            <a:r>
              <a:rPr lang="es-ES" sz="1300" dirty="0"/>
              <a:t>, muy común (y peligrosa si está mal implementada) en sistemas reales.</a:t>
            </a:r>
          </a:p>
          <a:p>
            <a:pPr marL="0" indent="0">
              <a:lnSpc>
                <a:spcPct val="90000"/>
              </a:lnSpc>
              <a:buNone/>
            </a:pPr>
            <a:endParaRPr lang="es-ES" sz="1300" dirty="0"/>
          </a:p>
          <a:p>
            <a:pPr marL="0" indent="0">
              <a:lnSpc>
                <a:spcPct val="90000"/>
              </a:lnSpc>
              <a:buNone/>
              <a:defRPr sz="2000">
                <a:solidFill>
                  <a:srgbClr val="3C3C3C"/>
                </a:solidFill>
              </a:defRPr>
            </a:pPr>
            <a:endParaRPr lang="es-E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TM03457503[[fn=Citable]]</Template>
  <TotalTime>77</TotalTime>
  <Words>3037</Words>
  <Application>Microsoft Office PowerPoint</Application>
  <PresentationFormat>Presentación en pantalla (4:3)</PresentationFormat>
  <Paragraphs>311</Paragraphs>
  <Slides>21</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21</vt:i4>
      </vt:variant>
    </vt:vector>
  </HeadingPairs>
  <TitlesOfParts>
    <vt:vector size="24" baseType="lpstr">
      <vt:lpstr>Arial</vt:lpstr>
      <vt:lpstr>Calibri</vt:lpstr>
      <vt:lpstr>Office Theme</vt:lpstr>
      <vt:lpstr> OverTheWire - Bandit</vt:lpstr>
      <vt:lpstr>Nivel 0 → 1 🎯 Conectar a un servidor remoto.🐧 SSH · Acceso básico </vt:lpstr>
      <vt:lpstr>Nivel 1 → 2 🎯 Leer archivos con caracteres especiales y 🐧 Sistema de archivos </vt:lpstr>
      <vt:lpstr>Nivel 2 → 3 🎯 Manejar nombres con espacios. 🐧 Shell </vt:lpstr>
      <vt:lpstr>Nivel 3 → 4 🎯 Encontrar archivos ocultos.🐧 Convenciones Linux </vt:lpstr>
      <vt:lpstr>Nivel 4 → 5 🎯 Distinguir texto y binarios.🐧 Tipos de archivo. </vt:lpstr>
      <vt:lpstr>Nivel 5 → 6 🎯 Buscar archivos por atributos. 🐧 find </vt:lpstr>
      <vt:lpstr>Nivel 6 → 7 🎯 Analizar propiedad de archivos.🧩 Permisos </vt:lpstr>
      <vt:lpstr>Nivel 7 → 8 🎯 Buscar patrones en texto.🐧 grep </vt:lpstr>
      <vt:lpstr>Nivel 8 → 9 🎯 Identificar líneas únicas. 🐧 Pipes </vt:lpstr>
      <vt:lpstr>Nivel 9 → 10 🎯 Extraer texto de binarios.🕵️ Análisis </vt:lpstr>
      <vt:lpstr>Nivel 10 → 11 🎯 Decodificar Base64.🔑 Codificación </vt:lpstr>
      <vt:lpstr>Nivel 11 → 12 🎯 Descifrar ROT13. 🔐 Criptografía  </vt:lpstr>
      <vt:lpstr>Nivel 12 → 13 🎯 Analizar compresión por capas. 🧠 Metodología  </vt:lpstr>
      <vt:lpstr>Nivel 13 → 14 🎯 Autenticación con clave SSH.🔐 Seguridad </vt:lpstr>
      <vt:lpstr>Nivel 14 → 15 🎯 Comunicación por puertos.🌐 Redes </vt:lpstr>
      <vt:lpstr>Nivel 15 → 16 🎯 Uso de TLS. 🔐 Cifrado  </vt:lpstr>
      <vt:lpstr>Nivel 16 → 17 🎯 Enumerar servicios. 🌐 Pentesting </vt:lpstr>
      <vt:lpstr>Nivel 17 → 18 🎯 Comparar archivos.🧠 Auditoría </vt:lpstr>
      <vt:lpstr>Nivel 18 → 19 🎯 Evitar logout automático.🐧 Shell</vt:lpstr>
      <vt:lpstr>Nivel 19 → 20 🎯 Ejecutar con setuid.🧩 Privilegios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miguel angel rosa caparros</cp:lastModifiedBy>
  <cp:revision>1</cp:revision>
  <dcterms:created xsi:type="dcterms:W3CDTF">2013-01-27T09:14:16Z</dcterms:created>
  <dcterms:modified xsi:type="dcterms:W3CDTF">2026-02-04T11:53:34Z</dcterms:modified>
  <cp:category/>
</cp:coreProperties>
</file>